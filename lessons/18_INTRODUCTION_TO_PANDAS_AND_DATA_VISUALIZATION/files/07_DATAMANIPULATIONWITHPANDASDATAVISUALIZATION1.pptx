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50"/>
  </p:notesMasterIdLst>
  <p:sldIdLst>
    <p:sldId id="256" r:id="rId2"/>
    <p:sldId id="566" r:id="rId3"/>
    <p:sldId id="287" r:id="rId4"/>
    <p:sldId id="350" r:id="rId5"/>
    <p:sldId id="351" r:id="rId6"/>
    <p:sldId id="352" r:id="rId7"/>
    <p:sldId id="353" r:id="rId8"/>
    <p:sldId id="332" r:id="rId9"/>
    <p:sldId id="354" r:id="rId10"/>
    <p:sldId id="355" r:id="rId11"/>
    <p:sldId id="356" r:id="rId12"/>
    <p:sldId id="333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5" r:id="rId21"/>
    <p:sldId id="364" r:id="rId22"/>
    <p:sldId id="391" r:id="rId23"/>
    <p:sldId id="366" r:id="rId24"/>
    <p:sldId id="367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28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281AA-177A-D736-1D71-F10224D4F884}" v="1" dt="2024-07-16T07:38:34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AAF71439-1835-7E2D-B4EA-E7CB50B2E432}"/>
    <pc:docChg chg="addSld modSld">
      <pc:chgData name="Suraj Chopade" userId="S::suraj.chopade@bostoninstituteofanalytics.org::dcc44ee8-6a65-4538-a5e1-c87e14ca7a61" providerId="AD" clId="Web-{AAF71439-1835-7E2D-B4EA-E7CB50B2E432}" dt="2023-10-31T09:27:04.766" v="219"/>
      <pc:docMkLst>
        <pc:docMk/>
      </pc:docMkLst>
      <pc:sldChg chg="modSp">
        <pc:chgData name="Suraj Chopade" userId="S::suraj.chopade@bostoninstituteofanalytics.org::dcc44ee8-6a65-4538-a5e1-c87e14ca7a61" providerId="AD" clId="Web-{AAF71439-1835-7E2D-B4EA-E7CB50B2E432}" dt="2023-10-31T08:29:46.751" v="21" actId="20577"/>
        <pc:sldMkLst>
          <pc:docMk/>
          <pc:sldMk cId="68047781" sldId="382"/>
        </pc:sldMkLst>
        <pc:spChg chg="mod">
          <ac:chgData name="Suraj Chopade" userId="S::suraj.chopade@bostoninstituteofanalytics.org::dcc44ee8-6a65-4538-a5e1-c87e14ca7a61" providerId="AD" clId="Web-{AAF71439-1835-7E2D-B4EA-E7CB50B2E432}" dt="2023-10-31T08:29:46.751" v="21" actId="20577"/>
          <ac:spMkLst>
            <pc:docMk/>
            <pc:sldMk cId="68047781" sldId="382"/>
            <ac:spMk id="2" creationId="{F7761F45-99CF-5094-8BAE-64DDA34139B5}"/>
          </ac:spMkLst>
        </pc:spChg>
      </pc:sldChg>
      <pc:sldChg chg="modSp">
        <pc:chgData name="Suraj Chopade" userId="S::suraj.chopade@bostoninstituteofanalytics.org::dcc44ee8-6a65-4538-a5e1-c87e14ca7a61" providerId="AD" clId="Web-{AAF71439-1835-7E2D-B4EA-E7CB50B2E432}" dt="2023-10-31T08:30:41.518" v="43" actId="20577"/>
        <pc:sldMkLst>
          <pc:docMk/>
          <pc:sldMk cId="3431625628" sldId="383"/>
        </pc:sldMkLst>
        <pc:spChg chg="mod">
          <ac:chgData name="Suraj Chopade" userId="S::suraj.chopade@bostoninstituteofanalytics.org::dcc44ee8-6a65-4538-a5e1-c87e14ca7a61" providerId="AD" clId="Web-{AAF71439-1835-7E2D-B4EA-E7CB50B2E432}" dt="2023-10-31T08:30:41.518" v="43" actId="20577"/>
          <ac:spMkLst>
            <pc:docMk/>
            <pc:sldMk cId="3431625628" sldId="383"/>
            <ac:spMk id="2" creationId="{F7761F45-99CF-5094-8BAE-64DDA34139B5}"/>
          </ac:spMkLst>
        </pc:spChg>
      </pc:sldChg>
      <pc:sldChg chg="add replId">
        <pc:chgData name="Suraj Chopade" userId="S::suraj.chopade@bostoninstituteofanalytics.org::dcc44ee8-6a65-4538-a5e1-c87e14ca7a61" providerId="AD" clId="Web-{AAF71439-1835-7E2D-B4EA-E7CB50B2E432}" dt="2023-10-31T09:06:37.977" v="44"/>
        <pc:sldMkLst>
          <pc:docMk/>
          <pc:sldMk cId="3473286407" sldId="384"/>
        </pc:sldMkLst>
      </pc:sldChg>
      <pc:sldChg chg="delSp modSp add replId">
        <pc:chgData name="Suraj Chopade" userId="S::suraj.chopade@bostoninstituteofanalytics.org::dcc44ee8-6a65-4538-a5e1-c87e14ca7a61" providerId="AD" clId="Web-{AAF71439-1835-7E2D-B4EA-E7CB50B2E432}" dt="2023-10-31T09:13:04.646" v="75" actId="1076"/>
        <pc:sldMkLst>
          <pc:docMk/>
          <pc:sldMk cId="3521249257" sldId="385"/>
        </pc:sldMkLst>
        <pc:spChg chg="mod">
          <ac:chgData name="Suraj Chopade" userId="S::suraj.chopade@bostoninstituteofanalytics.org::dcc44ee8-6a65-4538-a5e1-c87e14ca7a61" providerId="AD" clId="Web-{AAF71439-1835-7E2D-B4EA-E7CB50B2E432}" dt="2023-10-31T09:13:04.646" v="75" actId="1076"/>
          <ac:spMkLst>
            <pc:docMk/>
            <pc:sldMk cId="3521249257" sldId="38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11:33.877" v="49" actId="20577"/>
          <ac:spMkLst>
            <pc:docMk/>
            <pc:sldMk cId="3521249257" sldId="385"/>
            <ac:spMk id="9" creationId="{98659800-A314-62C7-6B91-1364531AC9FE}"/>
          </ac:spMkLst>
        </pc:spChg>
        <pc:picChg chg="del">
          <ac:chgData name="Suraj Chopade" userId="S::suraj.chopade@bostoninstituteofanalytics.org::dcc44ee8-6a65-4538-a5e1-c87e14ca7a61" providerId="AD" clId="Web-{AAF71439-1835-7E2D-B4EA-E7CB50B2E432}" dt="2023-10-31T09:11:26.971" v="46"/>
          <ac:picMkLst>
            <pc:docMk/>
            <pc:sldMk cId="3521249257" sldId="385"/>
            <ac:picMk id="3" creationId="{E78C0E9C-8C83-B721-29C8-7873D7725D3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0:19.472" v="144"/>
        <pc:sldMkLst>
          <pc:docMk/>
          <pc:sldMk cId="1705761849" sldId="386"/>
        </pc:sldMkLst>
        <pc:spChg chg="mod">
          <ac:chgData name="Suraj Chopade" userId="S::suraj.chopade@bostoninstituteofanalytics.org::dcc44ee8-6a65-4538-a5e1-c87e14ca7a61" providerId="AD" clId="Web-{AAF71439-1835-7E2D-B4EA-E7CB50B2E432}" dt="2023-10-31T09:15:21.947" v="104" actId="1076"/>
          <ac:spMkLst>
            <pc:docMk/>
            <pc:sldMk cId="1705761849" sldId="38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15:58.542" v="108" actId="14100"/>
          <ac:spMkLst>
            <pc:docMk/>
            <pc:sldMk cId="1705761849" sldId="386"/>
            <ac:spMk id="5" creationId="{945F6BA9-C53A-1D84-91F8-E2B29825D33C}"/>
          </ac:spMkLst>
        </pc:spChg>
        <pc:grpChg chg="add">
          <ac:chgData name="Suraj Chopade" userId="S::suraj.chopade@bostoninstituteofanalytics.org::dcc44ee8-6a65-4538-a5e1-c87e14ca7a61" providerId="AD" clId="Web-{AAF71439-1835-7E2D-B4EA-E7CB50B2E432}" dt="2023-10-31T09:16:02.604" v="109"/>
          <ac:grpSpMkLst>
            <pc:docMk/>
            <pc:sldMk cId="1705761849" sldId="386"/>
            <ac:grpSpMk id="6" creationId="{66ED3A85-5908-3A02-83E9-A7C6578179CA}"/>
          </ac:grpSpMkLst>
        </pc:grpChg>
        <pc:picChg chg="add mod modCrop">
          <ac:chgData name="Suraj Chopade" userId="S::suraj.chopade@bostoninstituteofanalytics.org::dcc44ee8-6a65-4538-a5e1-c87e14ca7a61" providerId="AD" clId="Web-{AAF71439-1835-7E2D-B4EA-E7CB50B2E432}" dt="2023-10-31T09:20:19.472" v="144"/>
          <ac:picMkLst>
            <pc:docMk/>
            <pc:sldMk cId="1705761849" sldId="386"/>
            <ac:picMk id="3" creationId="{200E9A1A-672C-C6A1-1B86-80143BF5FC54}"/>
          </ac:picMkLst>
        </pc:picChg>
        <pc:picChg chg="del">
          <ac:chgData name="Suraj Chopade" userId="S::suraj.chopade@bostoninstituteofanalytics.org::dcc44ee8-6a65-4538-a5e1-c87e14ca7a61" providerId="AD" clId="Web-{AAF71439-1835-7E2D-B4EA-E7CB50B2E432}" dt="2023-10-31T09:15:09.571" v="101"/>
          <ac:picMkLst>
            <pc:docMk/>
            <pc:sldMk cId="1705761849" sldId="386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3:36.134" v="197"/>
        <pc:sldMkLst>
          <pc:docMk/>
          <pc:sldMk cId="422317294" sldId="387"/>
        </pc:sldMkLst>
        <pc:spChg chg="mod">
          <ac:chgData name="Suraj Chopade" userId="S::suraj.chopade@bostoninstituteofanalytics.org::dcc44ee8-6a65-4538-a5e1-c87e14ca7a61" providerId="AD" clId="Web-{AAF71439-1835-7E2D-B4EA-E7CB50B2E432}" dt="2023-10-31T09:20:12.097" v="143" actId="1076"/>
          <ac:spMkLst>
            <pc:docMk/>
            <pc:sldMk cId="422317294" sldId="3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1:20.677" v="160" actId="1076"/>
          <ac:spMkLst>
            <pc:docMk/>
            <pc:sldMk cId="422317294" sldId="387"/>
            <ac:spMk id="9" creationId="{98659800-A314-62C7-6B91-1364531AC9FE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1:55.522" v="169" actId="14100"/>
          <ac:spMkLst>
            <pc:docMk/>
            <pc:sldMk cId="422317294" sldId="387"/>
            <ac:spMk id="10" creationId="{0ACE460F-14BA-9B84-409B-BF81043A9F77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04.772" v="172" actId="14100"/>
          <ac:spMkLst>
            <pc:docMk/>
            <pc:sldMk cId="422317294" sldId="387"/>
            <ac:spMk id="12" creationId="{0A448CC8-1352-AC01-5B8F-384AFE4A63B4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15.116" v="175" actId="14100"/>
          <ac:spMkLst>
            <pc:docMk/>
            <pc:sldMk cId="422317294" sldId="387"/>
            <ac:spMk id="14" creationId="{6BF83880-031B-E9D8-D0B5-EB77DE68D50D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45.867" v="184" actId="14100"/>
          <ac:spMkLst>
            <pc:docMk/>
            <pc:sldMk cId="422317294" sldId="387"/>
            <ac:spMk id="15" creationId="{4E8121C1-D609-F14E-E257-461C744CD4A1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53.461" v="188" actId="1076"/>
          <ac:spMkLst>
            <pc:docMk/>
            <pc:sldMk cId="422317294" sldId="387"/>
            <ac:spMk id="16" creationId="{42A50C7C-531E-57FA-3EB3-872C85AC5F70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3:04.118" v="191" actId="14100"/>
          <ac:spMkLst>
            <pc:docMk/>
            <pc:sldMk cId="422317294" sldId="387"/>
            <ac:spMk id="17" creationId="{1940050A-20F9-2FD8-FED9-DF67E6E01C00}"/>
          </ac:spMkLst>
        </pc:spChg>
        <pc:spChg chg="add">
          <ac:chgData name="Suraj Chopade" userId="S::suraj.chopade@bostoninstituteofanalytics.org::dcc44ee8-6a65-4538-a5e1-c87e14ca7a61" providerId="AD" clId="Web-{AAF71439-1835-7E2D-B4EA-E7CB50B2E432}" dt="2023-10-31T09:23:17.915" v="193"/>
          <ac:spMkLst>
            <pc:docMk/>
            <pc:sldMk cId="422317294" sldId="387"/>
            <ac:spMk id="19" creationId="{B50BAB20-F244-5F75-D415-090900C3CF6B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3:31.384" v="196" actId="14100"/>
          <ac:spMkLst>
            <pc:docMk/>
            <pc:sldMk cId="422317294" sldId="387"/>
            <ac:spMk id="20" creationId="{B50BAB20-F244-5F75-D415-090900C3CF6B}"/>
          </ac:spMkLst>
        </pc:spChg>
        <pc:grpChg chg="del">
          <ac:chgData name="Suraj Chopade" userId="S::suraj.chopade@bostoninstituteofanalytics.org::dcc44ee8-6a65-4538-a5e1-c87e14ca7a61" providerId="AD" clId="Web-{AAF71439-1835-7E2D-B4EA-E7CB50B2E432}" dt="2023-10-31T09:16:09.261" v="111"/>
          <ac:grpSpMkLst>
            <pc:docMk/>
            <pc:sldMk cId="422317294" sldId="387"/>
            <ac:grpSpMk id="6" creationId="{66ED3A85-5908-3A02-83E9-A7C6578179CA}"/>
          </ac:grpSpMkLst>
        </pc:grpChg>
        <pc:grpChg chg="add">
          <ac:chgData name="Suraj Chopade" userId="S::suraj.chopade@bostoninstituteofanalytics.org::dcc44ee8-6a65-4538-a5e1-c87e14ca7a61" providerId="AD" clId="Web-{AAF71439-1835-7E2D-B4EA-E7CB50B2E432}" dt="2023-10-31T09:23:16.321" v="192"/>
          <ac:grpSpMkLst>
            <pc:docMk/>
            <pc:sldMk cId="422317294" sldId="387"/>
            <ac:grpSpMk id="18" creationId="{B0DFE5EA-DBD8-F22E-41CE-BB9B750FCFD3}"/>
          </ac:grpSpMkLst>
        </pc:grpChg>
        <pc:grpChg chg="add">
          <ac:chgData name="Suraj Chopade" userId="S::suraj.chopade@bostoninstituteofanalytics.org::dcc44ee8-6a65-4538-a5e1-c87e14ca7a61" providerId="AD" clId="Web-{AAF71439-1835-7E2D-B4EA-E7CB50B2E432}" dt="2023-10-31T09:23:36.134" v="197"/>
          <ac:grpSpMkLst>
            <pc:docMk/>
            <pc:sldMk cId="422317294" sldId="387"/>
            <ac:grpSpMk id="21" creationId="{BB484F45-6920-3585-A801-C458BF316501}"/>
          </ac:grpSpMkLst>
        </pc:grpChg>
        <pc:picChg chg="add mod modCrop">
          <ac:chgData name="Suraj Chopade" userId="S::suraj.chopade@bostoninstituteofanalytics.org::dcc44ee8-6a65-4538-a5e1-c87e14ca7a61" providerId="AD" clId="Web-{AAF71439-1835-7E2D-B4EA-E7CB50B2E432}" dt="2023-10-31T09:21:44.662" v="166" actId="1076"/>
          <ac:picMkLst>
            <pc:docMk/>
            <pc:sldMk cId="422317294" sldId="387"/>
            <ac:picMk id="4" creationId="{B06232E7-EECD-A4B8-15A0-36114F27DCA1}"/>
          </ac:picMkLst>
        </pc:picChg>
        <pc:picChg chg="add mod">
          <ac:chgData name="Suraj Chopade" userId="S::suraj.chopade@bostoninstituteofanalytics.org::dcc44ee8-6a65-4538-a5e1-c87e14ca7a61" providerId="AD" clId="Web-{AAF71439-1835-7E2D-B4EA-E7CB50B2E432}" dt="2023-10-31T09:22:47.977" v="186" actId="1076"/>
          <ac:picMkLst>
            <pc:docMk/>
            <pc:sldMk cId="422317294" sldId="387"/>
            <ac:picMk id="7" creationId="{FC4AC479-DCA5-7756-FCEC-CE1CCD33DC6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7:04.766" v="219"/>
        <pc:sldMkLst>
          <pc:docMk/>
          <pc:sldMk cId="722168910" sldId="388"/>
        </pc:sldMkLst>
        <pc:spChg chg="mod">
          <ac:chgData name="Suraj Chopade" userId="S::suraj.chopade@bostoninstituteofanalytics.org::dcc44ee8-6a65-4538-a5e1-c87e14ca7a61" providerId="AD" clId="Web-{AAF71439-1835-7E2D-B4EA-E7CB50B2E432}" dt="2023-10-31T09:26:47.109" v="213" actId="1076"/>
          <ac:spMkLst>
            <pc:docMk/>
            <pc:sldMk cId="722168910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6:51.125" v="214" actId="1076"/>
          <ac:spMkLst>
            <pc:docMk/>
            <pc:sldMk cId="722168910" sldId="388"/>
            <ac:spMk id="9" creationId="{98659800-A314-62C7-6B91-1364531AC9FE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7:00.641" v="217" actId="14100"/>
          <ac:spMkLst>
            <pc:docMk/>
            <pc:sldMk cId="722168910" sldId="388"/>
            <ac:spMk id="19" creationId="{B50BAB20-F244-5F75-D415-090900C3CF6B}"/>
          </ac:spMkLst>
        </pc:spChg>
        <pc:grpChg chg="del">
          <ac:chgData name="Suraj Chopade" userId="S::suraj.chopade@bostoninstituteofanalytics.org::dcc44ee8-6a65-4538-a5e1-c87e14ca7a61" providerId="AD" clId="Web-{AAF71439-1835-7E2D-B4EA-E7CB50B2E432}" dt="2023-10-31T09:23:43.775" v="200"/>
          <ac:grpSpMkLst>
            <pc:docMk/>
            <pc:sldMk cId="722168910" sldId="388"/>
            <ac:grpSpMk id="18" creationId="{B0DFE5EA-DBD8-F22E-41CE-BB9B750FCFD3}"/>
          </ac:grpSpMkLst>
        </pc:grpChg>
        <pc:grpChg chg="del">
          <ac:chgData name="Suraj Chopade" userId="S::suraj.chopade@bostoninstituteofanalytics.org::dcc44ee8-6a65-4538-a5e1-c87e14ca7a61" providerId="AD" clId="Web-{AAF71439-1835-7E2D-B4EA-E7CB50B2E432}" dt="2023-10-31T09:23:43.775" v="199"/>
          <ac:grpSpMkLst>
            <pc:docMk/>
            <pc:sldMk cId="722168910" sldId="388"/>
            <ac:grpSpMk id="21" creationId="{BB484F45-6920-3585-A801-C458BF316501}"/>
          </ac:grpSpMkLst>
        </pc:grpChg>
        <pc:picChg chg="add mod ord">
          <ac:chgData name="Suraj Chopade" userId="S::suraj.chopade@bostoninstituteofanalytics.org::dcc44ee8-6a65-4538-a5e1-c87e14ca7a61" providerId="AD" clId="Web-{AAF71439-1835-7E2D-B4EA-E7CB50B2E432}" dt="2023-10-31T09:26:44.843" v="212" actId="1076"/>
          <ac:picMkLst>
            <pc:docMk/>
            <pc:sldMk cId="722168910" sldId="388"/>
            <ac:picMk id="3" creationId="{548BCC07-0DF2-0152-168C-A28CFA76C0ED}"/>
          </ac:picMkLst>
        </pc:picChg>
        <pc:picChg chg="add del mod">
          <ac:chgData name="Suraj Chopade" userId="S::suraj.chopade@bostoninstituteofanalytics.org::dcc44ee8-6a65-4538-a5e1-c87e14ca7a61" providerId="AD" clId="Web-{AAF71439-1835-7E2D-B4EA-E7CB50B2E432}" dt="2023-10-31T09:27:04.766" v="219"/>
          <ac:picMkLst>
            <pc:docMk/>
            <pc:sldMk cId="722168910" sldId="388"/>
            <ac:picMk id="5" creationId="{E45C72EB-2C68-93EB-08EA-405460C9E4C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8F2A408-B531-E69C-352A-843181CF4FD1}"/>
    <pc:docChg chg="modSld">
      <pc:chgData name="Suraj Chopade" userId="S::suraj.chopade@bostoninstituteofanalytics.org::dcc44ee8-6a65-4538-a5e1-c87e14ca7a61" providerId="AD" clId="Web-{98F2A408-B531-E69C-352A-843181CF4FD1}" dt="2023-10-23T08:39:59.620" v="0"/>
      <pc:docMkLst>
        <pc:docMk/>
      </pc:docMkLst>
      <pc:sldChg chg="modSp">
        <pc:chgData name="Suraj Chopade" userId="S::suraj.chopade@bostoninstituteofanalytics.org::dcc44ee8-6a65-4538-a5e1-c87e14ca7a61" providerId="AD" clId="Web-{98F2A408-B531-E69C-352A-843181CF4FD1}" dt="2023-10-23T08:39:59.620" v="0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98F2A408-B531-E69C-352A-843181CF4FD1}" dt="2023-10-23T08:39:59.620" v="0"/>
          <ac:spMkLst>
            <pc:docMk/>
            <pc:sldMk cId="3488034501" sldId="351"/>
            <ac:spMk id="3" creationId="{4D3054B6-E84C-8E2C-CFFC-073DB3A2F15B}"/>
          </ac:spMkLst>
        </pc:spChg>
      </pc:sldChg>
    </pc:docChg>
  </pc:docChgLst>
  <pc:docChgLst>
    <pc:chgData name="Guest User" userId="S::urn:spo:anon#e6e808196119b87ad253e0f3deaa916ff70be4b49634990b2b69806e60845b40::" providerId="AD" clId="Web-{1487FBC2-C499-FA57-7764-52DCCAF29318}"/>
    <pc:docChg chg="delSld modSld">
      <pc:chgData name="Guest User" userId="S::urn:spo:anon#e6e808196119b87ad253e0f3deaa916ff70be4b49634990b2b69806e60845b40::" providerId="AD" clId="Web-{1487FBC2-C499-FA57-7764-52DCCAF29318}" dt="2023-10-25T10:36:34.687" v="19"/>
      <pc:docMkLst>
        <pc:docMk/>
      </pc:docMkLst>
      <pc:sldChg chg="modSp">
        <pc:chgData name="Guest User" userId="S::urn:spo:anon#e6e808196119b87ad253e0f3deaa916ff70be4b49634990b2b69806e60845b40::" providerId="AD" clId="Web-{1487FBC2-C499-FA57-7764-52DCCAF29318}" dt="2023-10-25T09:59:31.394" v="10" actId="20577"/>
        <pc:sldMkLst>
          <pc:docMk/>
          <pc:sldMk cId="4235558439" sldId="287"/>
        </pc:sldMkLst>
        <pc:spChg chg="mod">
          <ac:chgData name="Guest User" userId="S::urn:spo:anon#e6e808196119b87ad253e0f3deaa916ff70be4b49634990b2b69806e60845b40::" providerId="AD" clId="Web-{1487FBC2-C499-FA57-7764-52DCCAF29318}" dt="2023-10-25T09:59:31.394" v="10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del">
        <pc:chgData name="Guest User" userId="S::urn:spo:anon#e6e808196119b87ad253e0f3deaa916ff70be4b49634990b2b69806e60845b40::" providerId="AD" clId="Web-{1487FBC2-C499-FA57-7764-52DCCAF29318}" dt="2023-10-25T10:36:34.687" v="19"/>
        <pc:sldMkLst>
          <pc:docMk/>
          <pc:sldMk cId="1726830" sldId="314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8"/>
        <pc:sldMkLst>
          <pc:docMk/>
          <pc:sldMk cId="3709622772" sldId="342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7"/>
        <pc:sldMkLst>
          <pc:docMk/>
          <pc:sldMk cId="998055449" sldId="343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6"/>
        <pc:sldMkLst>
          <pc:docMk/>
          <pc:sldMk cId="3211538988" sldId="344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5"/>
        <pc:sldMkLst>
          <pc:docMk/>
          <pc:sldMk cId="1589054290" sldId="345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4"/>
        <pc:sldMkLst>
          <pc:docMk/>
          <pc:sldMk cId="2822367668" sldId="346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3"/>
        <pc:sldMkLst>
          <pc:docMk/>
          <pc:sldMk cId="2851047092" sldId="347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2"/>
        <pc:sldMkLst>
          <pc:docMk/>
          <pc:sldMk cId="2195828354" sldId="348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1"/>
        <pc:sldMkLst>
          <pc:docMk/>
          <pc:sldMk cId="2280237744" sldId="349"/>
        </pc:sldMkLst>
      </pc:sldChg>
    </pc:docChg>
  </pc:docChgLst>
  <pc:docChgLst>
    <pc:chgData name="Suraj Chopade" userId="S::suraj.chopade@bostoninstituteofanalytics.org::dcc44ee8-6a65-4538-a5e1-c87e14ca7a61" providerId="AD" clId="Web-{31117EF7-057E-8196-BD81-5DFD743DA66F}"/>
    <pc:docChg chg="addSld delSld modSld">
      <pc:chgData name="Suraj Chopade" userId="S::suraj.chopade@bostoninstituteofanalytics.org::dcc44ee8-6a65-4538-a5e1-c87e14ca7a61" providerId="AD" clId="Web-{31117EF7-057E-8196-BD81-5DFD743DA66F}" dt="2024-04-26T07:14:43.505" v="15" actId="14100"/>
      <pc:docMkLst>
        <pc:docMk/>
      </pc:docMkLst>
      <pc:sldChg chg="modSp add del">
        <pc:chgData name="Suraj Chopade" userId="S::suraj.chopade@bostoninstituteofanalytics.org::dcc44ee8-6a65-4538-a5e1-c87e14ca7a61" providerId="AD" clId="Web-{31117EF7-057E-8196-BD81-5DFD743DA66F}" dt="2024-04-26T07:14:04.958" v="7" actId="20577"/>
        <pc:sldMkLst>
          <pc:docMk/>
          <pc:sldMk cId="1024334718" sldId="256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04.958" v="7" actId="20577"/>
          <ac:spMkLst>
            <pc:docMk/>
            <pc:sldMk cId="1024334718" sldId="256"/>
            <ac:spMk id="2" creationId="{1A225F15-9B21-01FF-BD6D-D04F30F7A091}"/>
          </ac:spMkLst>
        </pc:spChg>
      </pc:sldChg>
      <pc:sldChg chg="del">
        <pc:chgData name="Suraj Chopade" userId="S::suraj.chopade@bostoninstituteofanalytics.org::dcc44ee8-6a65-4538-a5e1-c87e14ca7a61" providerId="AD" clId="Web-{31117EF7-057E-8196-BD81-5DFD743DA66F}" dt="2024-04-26T07:14:08.302" v="8"/>
        <pc:sldMkLst>
          <pc:docMk/>
          <pc:sldMk cId="0" sldId="257"/>
        </pc:sldMkLst>
      </pc:sldChg>
      <pc:sldChg chg="modSp">
        <pc:chgData name="Suraj Chopade" userId="S::suraj.chopade@bostoninstituteofanalytics.org::dcc44ee8-6a65-4538-a5e1-c87e14ca7a61" providerId="AD" clId="Web-{31117EF7-057E-8196-BD81-5DFD743DA66F}" dt="2024-04-26T07:14:26.974" v="13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23.489" v="12" actId="1076"/>
          <ac:spMkLst>
            <pc:docMk/>
            <pc:sldMk cId="3488034501" sldId="35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1117EF7-057E-8196-BD81-5DFD743DA66F}" dt="2024-04-26T07:14:26.974" v="13"/>
          <ac:spMkLst>
            <pc:docMk/>
            <pc:sldMk cId="3488034501" sldId="351"/>
            <ac:spMk id="3" creationId="{4D3054B6-E84C-8E2C-CFFC-073DB3A2F15B}"/>
          </ac:spMkLst>
        </pc:spChg>
      </pc:sldChg>
      <pc:sldChg chg="modSp">
        <pc:chgData name="Suraj Chopade" userId="S::suraj.chopade@bostoninstituteofanalytics.org::dcc44ee8-6a65-4538-a5e1-c87e14ca7a61" providerId="AD" clId="Web-{31117EF7-057E-8196-BD81-5DFD743DA66F}" dt="2024-04-26T07:14:43.505" v="15" actId="14100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43.505" v="15" actId="14100"/>
          <ac:spMkLst>
            <pc:docMk/>
            <pc:sldMk cId="3822785467" sldId="352"/>
            <ac:spMk id="2" creationId="{F7761F45-99CF-5094-8BAE-64DDA34139B5}"/>
          </ac:spMkLst>
        </pc:spChg>
      </pc:sldChg>
      <pc:sldChg chg="add del replId">
        <pc:chgData name="Suraj Chopade" userId="S::suraj.chopade@bostoninstituteofanalytics.org::dcc44ee8-6a65-4538-a5e1-c87e14ca7a61" providerId="AD" clId="Web-{31117EF7-057E-8196-BD81-5DFD743DA66F}" dt="2024-04-26T07:13:31.301" v="3"/>
        <pc:sldMkLst>
          <pc:docMk/>
          <pc:sldMk cId="609131471" sldId="392"/>
        </pc:sldMkLst>
      </pc:sldChg>
      <pc:sldMasterChg chg="addSldLayout delSldLayout">
        <pc:chgData name="Suraj Chopade" userId="S::suraj.chopade@bostoninstituteofanalytics.org::dcc44ee8-6a65-4538-a5e1-c87e14ca7a61" providerId="AD" clId="Web-{31117EF7-057E-8196-BD81-5DFD743DA66F}" dt="2024-04-26T07:13:43.583" v="5"/>
        <pc:sldMasterMkLst>
          <pc:docMk/>
          <pc:sldMasterMk cId="0" sldId="2147483648"/>
        </pc:sldMasterMkLst>
        <pc:sldLayoutChg chg="add del">
          <pc:chgData name="Suraj Chopade" userId="S::suraj.chopade@bostoninstituteofanalytics.org::dcc44ee8-6a65-4538-a5e1-c87e14ca7a61" providerId="AD" clId="Web-{31117EF7-057E-8196-BD81-5DFD743DA66F}" dt="2024-04-26T07:13:43.583" v="5"/>
          <pc:sldLayoutMkLst>
            <pc:docMk/>
            <pc:sldMasterMk cId="0" sldId="2147483648"/>
            <pc:sldLayoutMk cId="813513201" sldId="2147483660"/>
          </pc:sldLayoutMkLst>
        </pc:sldLayoutChg>
      </pc:sldMasterChg>
    </pc:docChg>
  </pc:docChgLst>
  <pc:docChgLst>
    <pc:chgData name="Rahul Suresh Deshbhratar" userId="S::rahul.deshbhratar@bostoninstituteofanalytics.org::cd971814-19eb-449f-b661-8cc665f4aa4d" providerId="AD" clId="Web-{64C8B97A-131F-DC95-2832-54E59034D70C}"/>
    <pc:docChg chg="sldOrd">
      <pc:chgData name="Rahul Suresh Deshbhratar" userId="S::rahul.deshbhratar@bostoninstituteofanalytics.org::cd971814-19eb-449f-b661-8cc665f4aa4d" providerId="AD" clId="Web-{64C8B97A-131F-DC95-2832-54E59034D70C}" dt="2023-12-11T09:04:55.267" v="0"/>
      <pc:docMkLst>
        <pc:docMk/>
      </pc:docMkLst>
      <pc:sldChg chg="ord">
        <pc:chgData name="Rahul Suresh Deshbhratar" userId="S::rahul.deshbhratar@bostoninstituteofanalytics.org::cd971814-19eb-449f-b661-8cc665f4aa4d" providerId="AD" clId="Web-{64C8B97A-131F-DC95-2832-54E59034D70C}" dt="2023-12-11T09:04:55.267" v="0"/>
        <pc:sldMkLst>
          <pc:docMk/>
          <pc:sldMk cId="4235558439" sldId="287"/>
        </pc:sldMkLst>
      </pc:sldChg>
    </pc:docChg>
  </pc:docChgLst>
  <pc:docChgLst>
    <pc:chgData name="Suraj Chopade" userId="S::suraj.chopade@bostoninstituteofanalytics.org::dcc44ee8-6a65-4538-a5e1-c87e14ca7a61" providerId="AD" clId="Web-{2424E9A3-2C2B-ECD8-2B59-887044F5914D}"/>
    <pc:docChg chg="addSld modSld">
      <pc:chgData name="Suraj Chopade" userId="S::suraj.chopade@bostoninstituteofanalytics.org::dcc44ee8-6a65-4538-a5e1-c87e14ca7a61" providerId="AD" clId="Web-{2424E9A3-2C2B-ECD8-2B59-887044F5914D}" dt="2023-10-30T13:57:10.873" v="981" actId="20577"/>
      <pc:docMkLst>
        <pc:docMk/>
      </pc:docMkLst>
      <pc:sldChg chg="addSp delSp modSp add replId">
        <pc:chgData name="Suraj Chopade" userId="S::suraj.chopade@bostoninstituteofanalytics.org::dcc44ee8-6a65-4538-a5e1-c87e14ca7a61" providerId="AD" clId="Web-{2424E9A3-2C2B-ECD8-2B59-887044F5914D}" dt="2023-10-30T12:17:15.318" v="157" actId="20577"/>
        <pc:sldMkLst>
          <pc:docMk/>
          <pc:sldMk cId="4141885863" sldId="366"/>
        </pc:sldMkLst>
        <pc:spChg chg="mod">
          <ac:chgData name="Suraj Chopade" userId="S::suraj.chopade@bostoninstituteofanalytics.org::dcc44ee8-6a65-4538-a5e1-c87e14ca7a61" providerId="AD" clId="Web-{2424E9A3-2C2B-ECD8-2B59-887044F5914D}" dt="2023-10-30T11:57:07.455" v="11" actId="1076"/>
          <ac:spMkLst>
            <pc:docMk/>
            <pc:sldMk cId="4141885863" sldId="366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0:41:45.337" v="2"/>
          <ac:spMkLst>
            <pc:docMk/>
            <pc:sldMk cId="4141885863" sldId="366"/>
            <ac:spMk id="4" creationId="{551DFAF4-BC8F-2B04-1FB7-4B2FC318AB97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17:15.318" v="157" actId="20577"/>
          <ac:spMkLst>
            <pc:docMk/>
            <pc:sldMk cId="4141885863" sldId="366"/>
            <ac:spMk id="4" creationId="{5E1DD395-9644-8B53-6F4A-1185793B8742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3:35.498" v="62"/>
          <ac:spMkLst>
            <pc:docMk/>
            <pc:sldMk cId="4141885863" sldId="366"/>
            <ac:spMk id="6" creationId="{B8AAE267-DD87-4AFA-573A-E277779A674F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2:04:12.608" v="64" actId="1076"/>
          <ac:grpSpMkLst>
            <pc:docMk/>
            <pc:sldMk cId="4141885863" sldId="366"/>
            <ac:grpSpMk id="7" creationId="{95ABF002-660A-01D8-5111-D9A25D950CD8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03:02.934" v="57"/>
          <ac:picMkLst>
            <pc:docMk/>
            <pc:sldMk cId="4141885863" sldId="366"/>
            <ac:picMk id="5" creationId="{F27D7F26-BA6D-0581-423F-26165E7025F7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0:41:45.337" v="1"/>
          <ac:picMkLst>
            <pc:docMk/>
            <pc:sldMk cId="4141885863" sldId="366"/>
            <ac:picMk id="7" creationId="{F42C1DAF-2741-9A58-8C85-EA14B00122C4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16:36.489" v="152" actId="1076"/>
          <ac:picMkLst>
            <pc:docMk/>
            <pc:sldMk cId="4141885863" sldId="366"/>
            <ac:picMk id="9" creationId="{F006EC10-F40A-9815-42FE-9C90BEAD98BB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16:33.536" v="151" actId="1076"/>
          <ac:picMkLst>
            <pc:docMk/>
            <pc:sldMk cId="4141885863" sldId="366"/>
            <ac:picMk id="10" creationId="{5E8C12B6-60B2-560C-BE04-C6BF7527E42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7:55.835" v="159" actId="20577"/>
        <pc:sldMkLst>
          <pc:docMk/>
          <pc:sldMk cId="1708889121" sldId="367"/>
        </pc:sldMkLst>
        <pc:spChg chg="mod">
          <ac:chgData name="Suraj Chopade" userId="S::suraj.chopade@bostoninstituteofanalytics.org::dcc44ee8-6a65-4538-a5e1-c87e14ca7a61" providerId="AD" clId="Web-{2424E9A3-2C2B-ECD8-2B59-887044F5914D}" dt="2023-10-30T12:17:55.835" v="159" actId="20577"/>
          <ac:spMkLst>
            <pc:docMk/>
            <pc:sldMk cId="1708889121" sldId="367"/>
            <ac:spMk id="3" creationId="{39A0719D-FF26-C8B0-15D7-26754E0CE008}"/>
          </ac:spMkLst>
        </pc:spChg>
        <pc:spChg chg="del mod">
          <ac:chgData name="Suraj Chopade" userId="S::suraj.chopade@bostoninstituteofanalytics.org::dcc44ee8-6a65-4538-a5e1-c87e14ca7a61" providerId="AD" clId="Web-{2424E9A3-2C2B-ECD8-2B59-887044F5914D}" dt="2023-10-30T12:04:46.391" v="72"/>
          <ac:spMkLst>
            <pc:docMk/>
            <pc:sldMk cId="1708889121" sldId="367"/>
            <ac:spMk id="4" creationId="{5E1DD395-9644-8B53-6F4A-1185793B8742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2:04:24.249" v="67"/>
          <ac:spMkLst>
            <pc:docMk/>
            <pc:sldMk cId="1708889121" sldId="367"/>
            <ac:spMk id="6" creationId="{B8AAE267-DD87-4AFA-573A-E277779A674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6:16.018" v="92" actId="14100"/>
          <ac:spMkLst>
            <pc:docMk/>
            <pc:sldMk cId="1708889121" sldId="367"/>
            <ac:spMk id="12" creationId="{E2FC0610-4C45-81A4-EDB9-AE755A1B911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6:37.409" v="100" actId="1076"/>
          <ac:spMkLst>
            <pc:docMk/>
            <pc:sldMk cId="1708889121" sldId="367"/>
            <ac:spMk id="14" creationId="{5E7CE196-DCA0-BFB9-E244-78CF3854C61B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7:04.645" v="108" actId="14100"/>
          <ac:spMkLst>
            <pc:docMk/>
            <pc:sldMk cId="1708889121" sldId="367"/>
            <ac:spMk id="17" creationId="{175F3A87-B65C-773F-0B1A-5EC25617DC94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04:20.124" v="66"/>
          <ac:grpSpMkLst>
            <pc:docMk/>
            <pc:sldMk cId="1708889121" sldId="367"/>
            <ac:grpSpMk id="7" creationId="{95ABF002-660A-01D8-5111-D9A25D950CD8}"/>
          </ac:grpSpMkLst>
        </pc:grpChg>
        <pc:grpChg chg="add mod">
          <ac:chgData name="Suraj Chopade" userId="S::suraj.chopade@bostoninstituteofanalytics.org::dcc44ee8-6a65-4538-a5e1-c87e14ca7a61" providerId="AD" clId="Web-{2424E9A3-2C2B-ECD8-2B59-887044F5914D}" dt="2023-10-30T12:06:50.879" v="104" actId="1076"/>
          <ac:grpSpMkLst>
            <pc:docMk/>
            <pc:sldMk cId="1708889121" sldId="367"/>
            <ac:grpSpMk id="15" creationId="{BC058B09-B593-8DEA-7B76-E1B75B971191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07:08.379" v="109"/>
          <ac:grpSpMkLst>
            <pc:docMk/>
            <pc:sldMk cId="1708889121" sldId="367"/>
            <ac:grpSpMk id="18" creationId="{C4B8DF63-D1AE-E5DC-0D6D-F7A4CB4AFF2F}"/>
          </ac:grpSpMkLst>
        </pc:grpChg>
        <pc:picChg chg="del topLvl">
          <ac:chgData name="Suraj Chopade" userId="S::suraj.chopade@bostoninstituteofanalytics.org::dcc44ee8-6a65-4538-a5e1-c87e14ca7a61" providerId="AD" clId="Web-{2424E9A3-2C2B-ECD8-2B59-887044F5914D}" dt="2023-10-30T12:04:20.124" v="66"/>
          <ac:picMkLst>
            <pc:docMk/>
            <pc:sldMk cId="1708889121" sldId="367"/>
            <ac:picMk id="5" creationId="{F27D7F26-BA6D-0581-423F-26165E7025F7}"/>
          </ac:picMkLst>
        </pc:picChg>
        <pc:picChg chg="add mod modCrop">
          <ac:chgData name="Suraj Chopade" userId="S::suraj.chopade@bostoninstituteofanalytics.org::dcc44ee8-6a65-4538-a5e1-c87e14ca7a61" providerId="AD" clId="Web-{2424E9A3-2C2B-ECD8-2B59-887044F5914D}" dt="2023-10-30T12:05:59.580" v="88"/>
          <ac:picMkLst>
            <pc:docMk/>
            <pc:sldMk cId="1708889121" sldId="367"/>
            <ac:picMk id="9" creationId="{8751BAC2-5A84-E4BC-46CE-59022DDFB31D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06:56.316" v="106" actId="1076"/>
          <ac:picMkLst>
            <pc:docMk/>
            <pc:sldMk cId="1708889121" sldId="367"/>
            <ac:picMk id="10" creationId="{3C4A4209-534E-52EB-468D-DB8C98A4BD2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7:59.038" v="161" actId="20577"/>
        <pc:sldMkLst>
          <pc:docMk/>
          <pc:sldMk cId="425565911" sldId="368"/>
        </pc:sldMkLst>
        <pc:spChg chg="mod">
          <ac:chgData name="Suraj Chopade" userId="S::suraj.chopade@bostoninstituteofanalytics.org::dcc44ee8-6a65-4538-a5e1-c87e14ca7a61" providerId="AD" clId="Web-{2424E9A3-2C2B-ECD8-2B59-887044F5914D}" dt="2023-10-30T12:17:59.038" v="161" actId="20577"/>
          <ac:spMkLst>
            <pc:docMk/>
            <pc:sldMk cId="425565911" sldId="368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7:51.099" v="121" actId="1076"/>
          <ac:spMkLst>
            <pc:docMk/>
            <pc:sldMk cId="425565911" sldId="368"/>
            <ac:spMk id="6" creationId="{D6F8BBDE-1996-7BA2-A023-16153C4B3AA7}"/>
          </ac:spMkLst>
        </pc:spChg>
        <pc:grpChg chg="add">
          <ac:chgData name="Suraj Chopade" userId="S::suraj.chopade@bostoninstituteofanalytics.org::dcc44ee8-6a65-4538-a5e1-c87e14ca7a61" providerId="AD" clId="Web-{2424E9A3-2C2B-ECD8-2B59-887044F5914D}" dt="2023-10-30T12:07:55.974" v="122"/>
          <ac:grpSpMkLst>
            <pc:docMk/>
            <pc:sldMk cId="425565911" sldId="368"/>
            <ac:grpSpMk id="11" creationId="{D03A90DE-401A-2CB6-BCD9-369826D1E743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07:15.817" v="111"/>
          <ac:grpSpMkLst>
            <pc:docMk/>
            <pc:sldMk cId="425565911" sldId="368"/>
            <ac:grpSpMk id="15" creationId="{BC058B09-B593-8DEA-7B76-E1B75B971191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07:31.723" v="116"/>
          <ac:grpSpMkLst>
            <pc:docMk/>
            <pc:sldMk cId="425565911" sldId="368"/>
            <ac:grpSpMk id="18" creationId="{C4B8DF63-D1AE-E5DC-0D6D-F7A4CB4AFF2F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2:08:02.287" v="123"/>
          <ac:picMkLst>
            <pc:docMk/>
            <pc:sldMk cId="425565911" sldId="368"/>
            <ac:picMk id="4" creationId="{35977474-5F10-A977-AA2A-3D4C706320AC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08:02.584" v="124"/>
          <ac:picMkLst>
            <pc:docMk/>
            <pc:sldMk cId="425565911" sldId="368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8:02.726" v="162" actId="20577"/>
        <pc:sldMkLst>
          <pc:docMk/>
          <pc:sldMk cId="3101533048" sldId="369"/>
        </pc:sldMkLst>
        <pc:spChg chg="mod">
          <ac:chgData name="Suraj Chopade" userId="S::suraj.chopade@bostoninstituteofanalytics.org::dcc44ee8-6a65-4538-a5e1-c87e14ca7a61" providerId="AD" clId="Web-{2424E9A3-2C2B-ECD8-2B59-887044F5914D}" dt="2023-10-30T12:18:02.726" v="162" actId="20577"/>
          <ac:spMkLst>
            <pc:docMk/>
            <pc:sldMk cId="3101533048" sldId="369"/>
            <ac:spMk id="3" creationId="{39A0719D-FF26-C8B0-15D7-26754E0CE008}"/>
          </ac:spMkLst>
        </pc:spChg>
        <pc:grpChg chg="mod">
          <ac:chgData name="Suraj Chopade" userId="S::suraj.chopade@bostoninstituteofanalytics.org::dcc44ee8-6a65-4538-a5e1-c87e14ca7a61" providerId="AD" clId="Web-{2424E9A3-2C2B-ECD8-2B59-887044F5914D}" dt="2023-10-30T12:09:38.961" v="147" actId="14100"/>
          <ac:grpSpMkLst>
            <pc:docMk/>
            <pc:sldMk cId="3101533048" sldId="369"/>
            <ac:grpSpMk id="11" creationId="{D03A90DE-401A-2CB6-BCD9-369826D1E743}"/>
          </ac:grpSpMkLst>
        </pc:grpChg>
        <pc:picChg chg="add del mod modCrop">
          <ac:chgData name="Suraj Chopade" userId="S::suraj.chopade@bostoninstituteofanalytics.org::dcc44ee8-6a65-4538-a5e1-c87e14ca7a61" providerId="AD" clId="Web-{2424E9A3-2C2B-ECD8-2B59-887044F5914D}" dt="2023-10-30T12:09:16.039" v="141"/>
          <ac:picMkLst>
            <pc:docMk/>
            <pc:sldMk cId="3101533048" sldId="369"/>
            <ac:picMk id="5" creationId="{1C2C954B-A339-DDA6-6905-9DD01A870751}"/>
          </ac:picMkLst>
        </pc:picChg>
        <pc:picChg chg="mod">
          <ac:chgData name="Suraj Chopade" userId="S::suraj.chopade@bostoninstituteofanalytics.org::dcc44ee8-6a65-4538-a5e1-c87e14ca7a61" providerId="AD" clId="Web-{2424E9A3-2C2B-ECD8-2B59-887044F5914D}" dt="2023-10-30T12:09:43.852" v="148" actId="14100"/>
          <ac:picMkLst>
            <pc:docMk/>
            <pc:sldMk cId="3101533048" sldId="369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20:36.637" v="185"/>
        <pc:sldMkLst>
          <pc:docMk/>
          <pc:sldMk cId="4225986143" sldId="370"/>
        </pc:sldMkLst>
        <pc:spChg chg="mod">
          <ac:chgData name="Suraj Chopade" userId="S::suraj.chopade@bostoninstituteofanalytics.org::dcc44ee8-6a65-4538-a5e1-c87e14ca7a61" providerId="AD" clId="Web-{2424E9A3-2C2B-ECD8-2B59-887044F5914D}" dt="2023-10-30T12:18:09.054" v="164" actId="20577"/>
          <ac:spMkLst>
            <pc:docMk/>
            <pc:sldMk cId="4225986143" sldId="370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10.558" v="177" actId="14100"/>
          <ac:spMkLst>
            <pc:docMk/>
            <pc:sldMk cId="4225986143" sldId="370"/>
            <ac:spMk id="10" creationId="{C29CC991-62A1-E56A-82ED-5C9374DEDCC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20.074" v="180" actId="14100"/>
          <ac:spMkLst>
            <pc:docMk/>
            <pc:sldMk cId="4225986143" sldId="370"/>
            <ac:spMk id="13" creationId="{21105FAC-6482-7678-1523-F82D679B831D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31.121" v="184" actId="1076"/>
          <ac:spMkLst>
            <pc:docMk/>
            <pc:sldMk cId="4225986143" sldId="370"/>
            <ac:spMk id="15" creationId="{1174B49C-7096-4753-35E4-4CE9BD9E5C0D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16:55.474" v="155"/>
          <ac:grpSpMkLst>
            <pc:docMk/>
            <pc:sldMk cId="4225986143" sldId="370"/>
            <ac:grpSpMk id="11" creationId="{D03A90DE-401A-2CB6-BCD9-369826D1E743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20:36.637" v="185"/>
          <ac:grpSpMkLst>
            <pc:docMk/>
            <pc:sldMk cId="4225986143" sldId="370"/>
            <ac:grpSpMk id="16" creationId="{110FA6DD-4F4E-AC0D-12B4-C91CE8D31BB3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19:55.745" v="174"/>
          <ac:picMkLst>
            <pc:docMk/>
            <pc:sldMk cId="4225986143" sldId="370"/>
            <ac:picMk id="5" creationId="{3E0542DC-AF4D-6B6B-2EA8-604D20EBA09B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2:16:55.474" v="154"/>
          <ac:picMkLst>
            <pc:docMk/>
            <pc:sldMk cId="4225986143" sldId="370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27:25.148" v="234"/>
        <pc:sldMkLst>
          <pc:docMk/>
          <pc:sldMk cId="2283291796" sldId="371"/>
        </pc:sldMkLst>
        <pc:spChg chg="del">
          <ac:chgData name="Suraj Chopade" userId="S::suraj.chopade@bostoninstituteofanalytics.org::dcc44ee8-6a65-4538-a5e1-c87e14ca7a61" providerId="AD" clId="Web-{2424E9A3-2C2B-ECD8-2B59-887044F5914D}" dt="2023-10-30T12:27:24.773" v="233"/>
          <ac:spMkLst>
            <pc:docMk/>
            <pc:sldMk cId="2283291796" sldId="371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3:15.876" v="211" actId="1076"/>
          <ac:spMkLst>
            <pc:docMk/>
            <pc:sldMk cId="2283291796" sldId="371"/>
            <ac:spMk id="4" creationId="{0BB71E68-3E70-4C60-8FF3-22CE7CE1FC8D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2:27:25.148" v="234"/>
          <ac:spMkLst>
            <pc:docMk/>
            <pc:sldMk cId="2283291796" sldId="371"/>
            <ac:spMk id="7" creationId="{770622AA-4037-3D50-E24B-24BE1F2CDD14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21:38.716" v="187"/>
          <ac:grpSpMkLst>
            <pc:docMk/>
            <pc:sldMk cId="2283291796" sldId="371"/>
            <ac:grpSpMk id="16" creationId="{110FA6DD-4F4E-AC0D-12B4-C91CE8D31BB3}"/>
          </ac:grpSpMkLst>
        </pc:grpChg>
      </pc:sldChg>
      <pc:sldChg chg="modSp add replId">
        <pc:chgData name="Suraj Chopade" userId="S::suraj.chopade@bostoninstituteofanalytics.org::dcc44ee8-6a65-4538-a5e1-c87e14ca7a61" providerId="AD" clId="Web-{2424E9A3-2C2B-ECD8-2B59-887044F5914D}" dt="2023-10-30T12:27:18.086" v="232" actId="20577"/>
        <pc:sldMkLst>
          <pc:docMk/>
          <pc:sldMk cId="438154312" sldId="372"/>
        </pc:sldMkLst>
        <pc:spChg chg="mod">
          <ac:chgData name="Suraj Chopade" userId="S::suraj.chopade@bostoninstituteofanalytics.org::dcc44ee8-6a65-4538-a5e1-c87e14ca7a61" providerId="AD" clId="Web-{2424E9A3-2C2B-ECD8-2B59-887044F5914D}" dt="2023-10-30T12:27:18.086" v="232" actId="20577"/>
          <ac:spMkLst>
            <pc:docMk/>
            <pc:sldMk cId="438154312" sldId="37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23:53.173" v="226" actId="1076"/>
          <ac:spMkLst>
            <pc:docMk/>
            <pc:sldMk cId="438154312" sldId="372"/>
            <ac:spMk id="4" creationId="{0BB71E68-3E70-4C60-8FF3-22CE7CE1FC8D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4:26.092" v="473" actId="20577"/>
        <pc:sldMkLst>
          <pc:docMk/>
          <pc:sldMk cId="4241783896" sldId="373"/>
        </pc:sldMkLst>
        <pc:spChg chg="del">
          <ac:chgData name="Suraj Chopade" userId="S::suraj.chopade@bostoninstituteofanalytics.org::dcc44ee8-6a65-4538-a5e1-c87e14ca7a61" providerId="AD" clId="Web-{2424E9A3-2C2B-ECD8-2B59-887044F5914D}" dt="2023-10-30T12:27:32.305" v="235"/>
          <ac:spMkLst>
            <pc:docMk/>
            <pc:sldMk cId="4241783896" sldId="373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2:23:59.736" v="228"/>
          <ac:spMkLst>
            <pc:docMk/>
            <pc:sldMk cId="4241783896" sldId="373"/>
            <ac:spMk id="4" creationId="{0BB71E68-3E70-4C60-8FF3-22CE7CE1FC8D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04:26.092" v="473" actId="20577"/>
          <ac:spMkLst>
            <pc:docMk/>
            <pc:sldMk cId="4241783896" sldId="373"/>
            <ac:spMk id="6" creationId="{70EBC1F6-D0C3-4379-BFEC-83775936BA5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8:38.807" v="249"/>
          <ac:spMkLst>
            <pc:docMk/>
            <pc:sldMk cId="4241783896" sldId="373"/>
            <ac:spMk id="10" creationId="{ED5449C6-8E17-ABEA-F9D3-B223483C140C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8:52.416" v="252" actId="14100"/>
          <ac:spMkLst>
            <pc:docMk/>
            <pc:sldMk cId="4241783896" sldId="373"/>
            <ac:spMk id="11" creationId="{17A82F93-093E-B00E-0B4A-0AD655BE564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9:05.073" v="256" actId="1076"/>
          <ac:spMkLst>
            <pc:docMk/>
            <pc:sldMk cId="4241783896" sldId="373"/>
            <ac:spMk id="12" creationId="{9D6B1A50-CF2F-4093-4D6C-421F10ACCF0C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0:34.185" v="264"/>
          <ac:spMkLst>
            <pc:docMk/>
            <pc:sldMk cId="4241783896" sldId="373"/>
            <ac:spMk id="20" creationId="{8EEE807A-9ED7-C21D-1CD8-602FD1695B05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1:23.296" v="275"/>
          <ac:spMkLst>
            <pc:docMk/>
            <pc:sldMk cId="4241783896" sldId="373"/>
            <ac:spMk id="21" creationId="{80BC1D13-64AF-F908-67C5-78084237BA57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34:50.396" v="329" actId="14100"/>
          <ac:spMkLst>
            <pc:docMk/>
            <pc:sldMk cId="4241783896" sldId="373"/>
            <ac:spMk id="22" creationId="{DF6501C3-714C-CF73-C1E1-DBD5D7B0D9D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34:59.396" v="333" actId="1076"/>
          <ac:spMkLst>
            <pc:docMk/>
            <pc:sldMk cId="4241783896" sldId="373"/>
            <ac:spMk id="23" creationId="{0C9E3A03-84F5-2822-4FC3-19798F94E0F7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5:03.130" v="334" actId="1076"/>
          <ac:spMkLst>
            <pc:docMk/>
            <pc:sldMk cId="4241783896" sldId="373"/>
            <ac:spMk id="24" creationId="{862ABB56-35E1-A181-9936-FEA85295A3AA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2:29:32.886" v="258" actId="1076"/>
          <ac:grpSpMkLst>
            <pc:docMk/>
            <pc:sldMk cId="4241783896" sldId="373"/>
            <ac:grpSpMk id="13" creationId="{8A0F6299-4A42-2F01-2028-8ECFA85166E1}"/>
          </ac:grpSpMkLst>
        </pc:grpChg>
        <pc:grpChg chg="add del">
          <ac:chgData name="Suraj Chopade" userId="S::suraj.chopade@bostoninstituteofanalytics.org::dcc44ee8-6a65-4538-a5e1-c87e14ca7a61" providerId="AD" clId="Web-{2424E9A3-2C2B-ECD8-2B59-887044F5914D}" dt="2023-10-30T12:30:17.419" v="260"/>
          <ac:grpSpMkLst>
            <pc:docMk/>
            <pc:sldMk cId="4241783896" sldId="373"/>
            <ac:grpSpMk id="14" creationId="{C9B5C03A-8781-B9EC-E364-5ADBB578007A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2:44:30.475" v="426"/>
          <ac:picMkLst>
            <pc:docMk/>
            <pc:sldMk cId="4241783896" sldId="373"/>
            <ac:picMk id="7" creationId="{36089BA5-6F7A-C779-AA6A-1DE9C72366CB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4:35.187" v="475"/>
        <pc:sldMkLst>
          <pc:docMk/>
          <pc:sldMk cId="4143788846" sldId="374"/>
        </pc:sldMkLst>
        <pc:spChg chg="add mo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5" creationId="{385125B1-DADB-4A8C-DAF9-9B935EAA3AA1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04:34.702" v="474"/>
          <ac:spMkLst>
            <pc:docMk/>
            <pc:sldMk cId="4143788846" sldId="374"/>
            <ac:spMk id="6" creationId="{70EBC1F6-D0C3-4379-BFEC-83775936BA5F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3:04:35.187" v="475"/>
          <ac:spMkLst>
            <pc:docMk/>
            <pc:sldMk cId="4143788846" sldId="374"/>
            <ac:spMk id="9" creationId="{F6AD4C8A-1698-5CD6-4C74-A6C5257409EE}"/>
          </ac:spMkLst>
        </pc:spChg>
        <pc:spChg chg="mod or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10" creationId="{ED5449C6-8E17-ABEA-F9D3-B223483C140C}"/>
          </ac:spMkLst>
        </pc:spChg>
        <pc:spChg chg="mod or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11" creationId="{17A82F93-093E-B00E-0B4A-0AD655BE5648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2:39:19.559" v="350"/>
          <ac:spMkLst>
            <pc:docMk/>
            <pc:sldMk cId="4143788846" sldId="374"/>
            <ac:spMk id="12" creationId="{9D6B1A50-CF2F-4093-4D6C-421F10ACCF0C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3:01.035" v="402" actId="1076"/>
          <ac:spMkLst>
            <pc:docMk/>
            <pc:sldMk cId="4143788846" sldId="374"/>
            <ac:spMk id="14" creationId="{77D635DA-AE83-DD7D-A1FC-2E9DCAED8E7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3:56.614" v="418" actId="14100"/>
          <ac:spMkLst>
            <pc:docMk/>
            <pc:sldMk cId="4143788846" sldId="374"/>
            <ac:spMk id="16" creationId="{4E6DFEFA-B897-A231-7803-A2111F4E990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4:12.443" v="422" actId="1076"/>
          <ac:spMkLst>
            <pc:docMk/>
            <pc:sldMk cId="4143788846" sldId="374"/>
            <ac:spMk id="18" creationId="{B5B9EE85-A5D4-661F-74F5-78E46A101E7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43:14.379" v="406" actId="1076"/>
          <ac:spMkLst>
            <pc:docMk/>
            <pc:sldMk cId="4143788846" sldId="374"/>
            <ac:spMk id="22" creationId="{DF6501C3-714C-CF73-C1E1-DBD5D7B0D9D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43:08.785" v="404" actId="14100"/>
          <ac:spMkLst>
            <pc:docMk/>
            <pc:sldMk cId="4143788846" sldId="374"/>
            <ac:spMk id="23" creationId="{0C9E3A03-84F5-2822-4FC3-19798F94E0F7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2:42:35.721" v="393"/>
          <ac:spMkLst>
            <pc:docMk/>
            <pc:sldMk cId="4143788846" sldId="374"/>
            <ac:spMk id="24" creationId="{862ABB56-35E1-A181-9936-FEA85295A3AA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5:30.430" v="437" actId="14100"/>
          <ac:spMkLst>
            <pc:docMk/>
            <pc:sldMk cId="4143788846" sldId="374"/>
            <ac:spMk id="25" creationId="{A772B150-B5F4-95C6-4A50-9B41FF1A87A0}"/>
          </ac:spMkLst>
        </pc:spChg>
        <pc:grpChg chg="add del mod">
          <ac:chgData name="Suraj Chopade" userId="S::suraj.chopade@bostoninstituteofanalytics.org::dcc44ee8-6a65-4538-a5e1-c87e14ca7a61" providerId="AD" clId="Web-{2424E9A3-2C2B-ECD8-2B59-887044F5914D}" dt="2023-10-30T12:45:45.211" v="438"/>
          <ac:grpSpMkLst>
            <pc:docMk/>
            <pc:sldMk cId="4143788846" sldId="374"/>
            <ac:grpSpMk id="9" creationId="{E59C9F71-A369-8F9A-58C6-84717383D088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35:36.850" v="336"/>
          <ac:grpSpMkLst>
            <pc:docMk/>
            <pc:sldMk cId="4143788846" sldId="374"/>
            <ac:grpSpMk id="13" creationId="{8A0F6299-4A42-2F01-2028-8ECFA85166E1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44:17.615" v="423"/>
          <ac:grpSpMkLst>
            <pc:docMk/>
            <pc:sldMk cId="4143788846" sldId="374"/>
            <ac:grpSpMk id="19" creationId="{03F255DF-A259-78FC-C08A-C94FD77895A3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45:55.071" v="439"/>
          <ac:grpSpMkLst>
            <pc:docMk/>
            <pc:sldMk cId="4143788846" sldId="374"/>
            <ac:grpSpMk id="26" creationId="{7BB44D35-A23E-F827-4722-EC9C4BBB96EF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44:24.818" v="425"/>
          <ac:picMkLst>
            <pc:docMk/>
            <pc:sldMk cId="4143788846" sldId="374"/>
            <ac:picMk id="3" creationId="{7257B699-FAF7-9D44-4A7B-9DD7A0011EC4}"/>
          </ac:picMkLst>
        </pc:picChg>
        <pc:picChg chg="add mod topLvl">
          <ac:chgData name="Suraj Chopade" userId="S::suraj.chopade@bostoninstituteofanalytics.org::dcc44ee8-6a65-4538-a5e1-c87e14ca7a61" providerId="AD" clId="Web-{2424E9A3-2C2B-ECD8-2B59-887044F5914D}" dt="2023-10-30T12:45:45.211" v="438"/>
          <ac:picMkLst>
            <pc:docMk/>
            <pc:sldMk cId="4143788846" sldId="374"/>
            <ac:picMk id="4" creationId="{73A60832-5714-0243-C293-AB9F1AB594B4}"/>
          </ac:picMkLst>
        </pc:picChg>
        <pc:picChg chg="del topLvl">
          <ac:chgData name="Suraj Chopade" userId="S::suraj.chopade@bostoninstituteofanalytics.org::dcc44ee8-6a65-4538-a5e1-c87e14ca7a61" providerId="AD" clId="Web-{2424E9A3-2C2B-ECD8-2B59-887044F5914D}" dt="2023-10-30T12:35:40.506" v="337"/>
          <ac:picMkLst>
            <pc:docMk/>
            <pc:sldMk cId="4143788846" sldId="374"/>
            <ac:picMk id="7" creationId="{36089BA5-6F7A-C779-AA6A-1DE9C72366CB}"/>
          </ac:picMkLst>
        </pc:picChg>
        <pc:cxnChg chg="add mod">
          <ac:chgData name="Suraj Chopade" userId="S::suraj.chopade@bostoninstituteofanalytics.org::dcc44ee8-6a65-4538-a5e1-c87e14ca7a61" providerId="AD" clId="Web-{2424E9A3-2C2B-ECD8-2B59-887044F5914D}" dt="2023-10-30T12:45:18.851" v="434" actId="14100"/>
          <ac:cxnSpMkLst>
            <pc:docMk/>
            <pc:sldMk cId="4143788846" sldId="374"/>
            <ac:cxnSpMk id="20" creationId="{91B062D2-96CE-88D2-E4A6-C413CDFC0A0B}"/>
          </ac:cxnSpMkLst>
        </pc:cxn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8:06.852" v="531" actId="1076"/>
        <pc:sldMkLst>
          <pc:docMk/>
          <pc:sldMk cId="783330076" sldId="375"/>
        </pc:sldMkLst>
        <pc:spChg chg="del">
          <ac:chgData name="Suraj Chopade" userId="S::suraj.chopade@bostoninstituteofanalytics.org::dcc44ee8-6a65-4538-a5e1-c87e14ca7a61" providerId="AD" clId="Web-{2424E9A3-2C2B-ECD8-2B59-887044F5914D}" dt="2023-10-30T13:04:38.968" v="476"/>
          <ac:spMkLst>
            <pc:docMk/>
            <pc:sldMk cId="783330076" sldId="375"/>
            <ac:spMk id="6" creationId="{70EBC1F6-D0C3-4379-BFEC-83775936BA5F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3:04:39.359" v="477"/>
          <ac:spMkLst>
            <pc:docMk/>
            <pc:sldMk cId="783330076" sldId="375"/>
            <ac:spMk id="9" creationId="{98659800-A314-62C7-6B91-1364531AC9FE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05:06.938" v="479"/>
          <ac:spMkLst>
            <pc:docMk/>
            <pc:sldMk cId="783330076" sldId="375"/>
            <ac:spMk id="14" creationId="{77D635DA-AE83-DD7D-A1FC-2E9DCAED8E78}"/>
          </ac:spMkLst>
        </pc:spChg>
        <pc:spChg chg="add del mod ord topLvl">
          <ac:chgData name="Suraj Chopade" userId="S::suraj.chopade@bostoninstituteofanalytics.org::dcc44ee8-6a65-4538-a5e1-c87e14ca7a61" providerId="AD" clId="Web-{2424E9A3-2C2B-ECD8-2B59-887044F5914D}" dt="2023-10-30T13:07:03.412" v="516"/>
          <ac:spMkLst>
            <pc:docMk/>
            <pc:sldMk cId="783330076" sldId="375"/>
            <ac:spMk id="16" creationId="{4E6DFEFA-B897-A231-7803-A2111F4E9903}"/>
          </ac:spMkLst>
        </pc:spChg>
        <pc:spChg chg="add del mod ord topLvl">
          <ac:chgData name="Suraj Chopade" userId="S::suraj.chopade@bostoninstituteofanalytics.org::dcc44ee8-6a65-4538-a5e1-c87e14ca7a61" providerId="AD" clId="Web-{2424E9A3-2C2B-ECD8-2B59-887044F5914D}" dt="2023-10-30T13:07:03.412" v="516"/>
          <ac:spMkLst>
            <pc:docMk/>
            <pc:sldMk cId="783330076" sldId="375"/>
            <ac:spMk id="18" creationId="{B5B9EE85-A5D4-661F-74F5-78E46A101E7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3:07:50.820" v="527" actId="1076"/>
          <ac:spMkLst>
            <pc:docMk/>
            <pc:sldMk cId="783330076" sldId="375"/>
            <ac:spMk id="22" creationId="{DF6501C3-714C-CF73-C1E1-DBD5D7B0D9D0}"/>
          </ac:spMkLst>
        </pc:spChg>
        <pc:spChg chg="del mod">
          <ac:chgData name="Suraj Chopade" userId="S::suraj.chopade@bostoninstituteofanalytics.org::dcc44ee8-6a65-4538-a5e1-c87e14ca7a61" providerId="AD" clId="Web-{2424E9A3-2C2B-ECD8-2B59-887044F5914D}" dt="2023-10-30T13:05:06.938" v="480"/>
          <ac:spMkLst>
            <pc:docMk/>
            <pc:sldMk cId="783330076" sldId="375"/>
            <ac:spMk id="23" creationId="{0C9E3A03-84F5-2822-4FC3-19798F94E0F7}"/>
          </ac:spMkLst>
        </pc:spChg>
        <pc:grpChg chg="add del">
          <ac:chgData name="Suraj Chopade" userId="S::suraj.chopade@bostoninstituteofanalytics.org::dcc44ee8-6a65-4538-a5e1-c87e14ca7a61" providerId="AD" clId="Web-{2424E9A3-2C2B-ECD8-2B59-887044F5914D}" dt="2023-10-30T13:07:03.412" v="516"/>
          <ac:grpSpMkLst>
            <pc:docMk/>
            <pc:sldMk cId="783330076" sldId="375"/>
            <ac:grpSpMk id="13" creationId="{9AF48193-A128-5AA4-10C2-857019675F66}"/>
          </ac:grpSpMkLst>
        </pc:grpChg>
        <pc:grpChg chg="add mod">
          <ac:chgData name="Suraj Chopade" userId="S::suraj.chopade@bostoninstituteofanalytics.org::dcc44ee8-6a65-4538-a5e1-c87e14ca7a61" providerId="AD" clId="Web-{2424E9A3-2C2B-ECD8-2B59-887044F5914D}" dt="2023-10-30T13:08:06.852" v="531" actId="1076"/>
          <ac:grpSpMkLst>
            <pc:docMk/>
            <pc:sldMk cId="783330076" sldId="375"/>
            <ac:grpSpMk id="15" creationId="{6E1C3417-BB1C-DF3B-41D1-C152B23BBBCD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3:02:32.447" v="441"/>
          <ac:grpSpMkLst>
            <pc:docMk/>
            <pc:sldMk cId="783330076" sldId="375"/>
            <ac:grpSpMk id="19" creationId="{03F255DF-A259-78FC-C08A-C94FD77895A3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3:02:48.432" v="449"/>
          <ac:grpSpMkLst>
            <pc:docMk/>
            <pc:sldMk cId="783330076" sldId="375"/>
            <ac:grpSpMk id="26" creationId="{7BB44D35-A23E-F827-4722-EC9C4BBB96EF}"/>
          </ac:grpSpMkLst>
        </pc:grpChg>
        <pc:picChg chg="add del topLvl">
          <ac:chgData name="Suraj Chopade" userId="S::suraj.chopade@bostoninstituteofanalytics.org::dcc44ee8-6a65-4538-a5e1-c87e14ca7a61" providerId="AD" clId="Web-{2424E9A3-2C2B-ECD8-2B59-887044F5914D}" dt="2023-10-30T13:02:43.432" v="448"/>
          <ac:picMkLst>
            <pc:docMk/>
            <pc:sldMk cId="783330076" sldId="375"/>
            <ac:picMk id="3" creationId="{7257B699-FAF7-9D44-4A7B-9DD7A0011EC4}"/>
          </ac:picMkLst>
        </pc:picChg>
        <pc:picChg chg="add mod topLvl modCrop">
          <ac:chgData name="Suraj Chopade" userId="S::suraj.chopade@bostoninstituteofanalytics.org::dcc44ee8-6a65-4538-a5e1-c87e14ca7a61" providerId="AD" clId="Web-{2424E9A3-2C2B-ECD8-2B59-887044F5914D}" dt="2023-10-30T13:07:42.851" v="525"/>
          <ac:picMkLst>
            <pc:docMk/>
            <pc:sldMk cId="783330076" sldId="375"/>
            <ac:picMk id="12" creationId="{1A73ACBC-E1C2-782C-E60B-62F32A141AE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17:50.409" v="647"/>
        <pc:sldMkLst>
          <pc:docMk/>
          <pc:sldMk cId="1130932831" sldId="376"/>
        </pc:sldMkLst>
        <pc:spChg chg="add mod">
          <ac:chgData name="Suraj Chopade" userId="S::suraj.chopade@bostoninstituteofanalytics.org::dcc44ee8-6a65-4538-a5e1-c87e14ca7a61" providerId="AD" clId="Web-{2424E9A3-2C2B-ECD8-2B59-887044F5914D}" dt="2023-10-30T13:12:42.052" v="572" actId="20577"/>
          <ac:spMkLst>
            <pc:docMk/>
            <pc:sldMk cId="1130932831" sldId="376"/>
            <ac:spMk id="6" creationId="{BA6AD8B7-9117-AE1A-EDA8-15039F304B46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14.468" v="623" actId="1076"/>
          <ac:spMkLst>
            <pc:docMk/>
            <pc:sldMk cId="1130932831" sldId="376"/>
            <ac:spMk id="7" creationId="{8E876D09-6A87-FF32-40E6-169310F64C8D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3:10:59.485" v="549" actId="1076"/>
          <ac:spMkLst>
            <pc:docMk/>
            <pc:sldMk cId="1130932831" sldId="376"/>
            <ac:spMk id="9" creationId="{98659800-A314-62C7-6B91-1364531AC9FE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7:23.596" v="642" actId="14100"/>
          <ac:spMkLst>
            <pc:docMk/>
            <pc:sldMk cId="1130932831" sldId="376"/>
            <ac:spMk id="10" creationId="{85660F88-6697-FFD8-4B91-4A066452C334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03.545" v="620" actId="1076"/>
          <ac:spMkLst>
            <pc:docMk/>
            <pc:sldMk cId="1130932831" sldId="376"/>
            <ac:spMk id="11" creationId="{A17EA2CD-2D04-33AB-67DA-A8A11D87E2B1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36.234" v="626" actId="14100"/>
          <ac:spMkLst>
            <pc:docMk/>
            <pc:sldMk cId="1130932831" sldId="376"/>
            <ac:spMk id="14" creationId="{A20220A1-87C5-A2BC-7E44-1F7F154B2EA6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3:10:18.405" v="538"/>
          <ac:spMkLst>
            <pc:docMk/>
            <pc:sldMk cId="1130932831" sldId="376"/>
            <ac:spMk id="16" creationId="{4E6DFEFA-B897-A231-7803-A2111F4E9903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3:10:11.108" v="534"/>
          <ac:spMkLst>
            <pc:docMk/>
            <pc:sldMk cId="1130932831" sldId="376"/>
            <ac:spMk id="18" creationId="{B5B9EE85-A5D4-661F-74F5-78E46A101E7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47.985" v="630" actId="1076"/>
          <ac:spMkLst>
            <pc:docMk/>
            <pc:sldMk cId="1130932831" sldId="376"/>
            <ac:spMk id="19" creationId="{92A01DA1-7D85-8D80-4DB7-26CA4C365331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55.954" v="633" actId="14100"/>
          <ac:spMkLst>
            <pc:docMk/>
            <pc:sldMk cId="1130932831" sldId="376"/>
            <ac:spMk id="21" creationId="{937C0B6E-6A37-0792-2645-1491D30F6C45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10:15.686" v="537"/>
          <ac:spMkLst>
            <pc:docMk/>
            <pc:sldMk cId="1130932831" sldId="376"/>
            <ac:spMk id="22" creationId="{DF6501C3-714C-CF73-C1E1-DBD5D7B0D9D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7:38.862" v="646" actId="14100"/>
          <ac:spMkLst>
            <pc:docMk/>
            <pc:sldMk cId="1130932831" sldId="376"/>
            <ac:spMk id="23" creationId="{033E6A8E-F51D-0402-FCED-580276D530CF}"/>
          </ac:spMkLst>
        </pc:spChg>
        <pc:grpChg chg="del mod">
          <ac:chgData name="Suraj Chopade" userId="S::suraj.chopade@bostoninstituteofanalytics.org::dcc44ee8-6a65-4538-a5e1-c87e14ca7a61" providerId="AD" clId="Web-{2424E9A3-2C2B-ECD8-2B59-887044F5914D}" dt="2023-10-30T13:08:19.525" v="533"/>
          <ac:grpSpMkLst>
            <pc:docMk/>
            <pc:sldMk cId="1130932831" sldId="376"/>
            <ac:grpSpMk id="15" creationId="{6E1C3417-BB1C-DF3B-41D1-C152B23BBBCD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3:17:50.409" v="647"/>
          <ac:grpSpMkLst>
            <pc:docMk/>
            <pc:sldMk cId="1130932831" sldId="376"/>
            <ac:grpSpMk id="24" creationId="{A64357FA-9EF6-B0A3-3540-0CBC752A7130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3:15:55.701" v="618" actId="14100"/>
          <ac:picMkLst>
            <pc:docMk/>
            <pc:sldMk cId="1130932831" sldId="376"/>
            <ac:picMk id="3" creationId="{A3DFAA8E-3A54-67E2-9F60-1082F5BFD39B}"/>
          </ac:picMkLst>
        </pc:picChg>
        <pc:picChg chg="add del mod">
          <ac:chgData name="Suraj Chopade" userId="S::suraj.chopade@bostoninstituteofanalytics.org::dcc44ee8-6a65-4538-a5e1-c87e14ca7a61" providerId="AD" clId="Web-{2424E9A3-2C2B-ECD8-2B59-887044F5914D}" dt="2023-10-30T13:10:50.266" v="546"/>
          <ac:picMkLst>
            <pc:docMk/>
            <pc:sldMk cId="1130932831" sldId="376"/>
            <ac:picMk id="4" creationId="{C96CD656-72AD-1E70-A0CA-4D0BF441C23D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3:08:01.821" v="529"/>
          <ac:picMkLst>
            <pc:docMk/>
            <pc:sldMk cId="1130932831" sldId="376"/>
            <ac:picMk id="12" creationId="{1A73ACBC-E1C2-782C-E60B-62F32A141AE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39:38.327" v="804" actId="20577"/>
        <pc:sldMkLst>
          <pc:docMk/>
          <pc:sldMk cId="2252212383" sldId="377"/>
        </pc:sldMkLst>
        <pc:spChg chg="mod">
          <ac:chgData name="Suraj Chopade" userId="S::suraj.chopade@bostoninstituteofanalytics.org::dcc44ee8-6a65-4538-a5e1-c87e14ca7a61" providerId="AD" clId="Web-{2424E9A3-2C2B-ECD8-2B59-887044F5914D}" dt="2023-10-30T13:39:38.327" v="804" actId="20577"/>
          <ac:spMkLst>
            <pc:docMk/>
            <pc:sldMk cId="2252212383" sldId="377"/>
            <ac:spMk id="6" creationId="{BA6AD8B7-9117-AE1A-EDA8-15039F304B46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8"/>
          <ac:spMkLst>
            <pc:docMk/>
            <pc:sldMk cId="2252212383" sldId="377"/>
            <ac:spMk id="7" creationId="{8E876D09-6A87-FF32-40E6-169310F64C8D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7"/>
          <ac:spMkLst>
            <pc:docMk/>
            <pc:sldMk cId="2252212383" sldId="377"/>
            <ac:spMk id="10" creationId="{85660F88-6697-FFD8-4B91-4A066452C334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6"/>
          <ac:spMkLst>
            <pc:docMk/>
            <pc:sldMk cId="2252212383" sldId="377"/>
            <ac:spMk id="11" creationId="{A17EA2CD-2D04-33AB-67DA-A8A11D87E2B1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3:29:36.566" v="649"/>
          <ac:grpSpMkLst>
            <pc:docMk/>
            <pc:sldMk cId="2252212383" sldId="377"/>
            <ac:grpSpMk id="24" creationId="{A64357FA-9EF6-B0A3-3540-0CBC752A7130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3:32:03.635" v="701"/>
          <ac:picMkLst>
            <pc:docMk/>
            <pc:sldMk cId="2252212383" sldId="377"/>
            <ac:picMk id="4" creationId="{5B38AFD8-9162-D67B-3505-24D11C7D8927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2424E9A3-2C2B-ECD8-2B59-887044F5914D}" dt="2023-10-30T13:33:17.716" v="750" actId="20577"/>
        <pc:sldMkLst>
          <pc:docMk/>
          <pc:sldMk cId="3883680497" sldId="378"/>
        </pc:sldMkLst>
        <pc:spChg chg="mod">
          <ac:chgData name="Suraj Chopade" userId="S::suraj.chopade@bostoninstituteofanalytics.org::dcc44ee8-6a65-4538-a5e1-c87e14ca7a61" providerId="AD" clId="Web-{2424E9A3-2C2B-ECD8-2B59-887044F5914D}" dt="2023-10-30T13:33:17.716" v="750" actId="20577"/>
          <ac:spMkLst>
            <pc:docMk/>
            <pc:sldMk cId="3883680497" sldId="378"/>
            <ac:spMk id="6" creationId="{BA6AD8B7-9117-AE1A-EDA8-15039F304B46}"/>
          </ac:spMkLst>
        </pc:spChg>
        <pc:picChg chg="del">
          <ac:chgData name="Suraj Chopade" userId="S::suraj.chopade@bostoninstituteofanalytics.org::dcc44ee8-6a65-4538-a5e1-c87e14ca7a61" providerId="AD" clId="Web-{2424E9A3-2C2B-ECD8-2B59-887044F5914D}" dt="2023-10-30T13:32:07.666" v="703"/>
          <ac:picMkLst>
            <pc:docMk/>
            <pc:sldMk cId="3883680497" sldId="378"/>
            <ac:picMk id="4" creationId="{5B38AFD8-9162-D67B-3505-24D11C7D892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39:55.062" v="807" actId="20577"/>
        <pc:sldMkLst>
          <pc:docMk/>
          <pc:sldMk cId="2089087213" sldId="379"/>
        </pc:sldMkLst>
        <pc:spChg chg="mod">
          <ac:chgData name="Suraj Chopade" userId="S::suraj.chopade@bostoninstituteofanalytics.org::dcc44ee8-6a65-4538-a5e1-c87e14ca7a61" providerId="AD" clId="Web-{2424E9A3-2C2B-ECD8-2B59-887044F5914D}" dt="2023-10-30T13:39:55.062" v="807" actId="20577"/>
          <ac:spMkLst>
            <pc:docMk/>
            <pc:sldMk cId="2089087213" sldId="37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05.661" v="761" actId="14100"/>
          <ac:spMkLst>
            <pc:docMk/>
            <pc:sldMk cId="2089087213" sldId="379"/>
            <ac:spMk id="5" creationId="{0C02C742-40D7-40EB-7AD7-02E407A9EC0E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5:35.129" v="752"/>
          <ac:spMkLst>
            <pc:docMk/>
            <pc:sldMk cId="2089087213" sldId="379"/>
            <ac:spMk id="6" creationId="{BA6AD8B7-9117-AE1A-EDA8-15039F304B46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16.849" v="764" actId="14100"/>
          <ac:spMkLst>
            <pc:docMk/>
            <pc:sldMk cId="2089087213" sldId="379"/>
            <ac:spMk id="10" creationId="{DB3D0DDD-B25F-0162-4F8C-F7ABA6E066A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23.850" v="767" actId="14100"/>
          <ac:spMkLst>
            <pc:docMk/>
            <pc:sldMk cId="2089087213" sldId="379"/>
            <ac:spMk id="12" creationId="{A8EB4B44-0FB9-03D7-C1AA-142AC584CA14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7:03.695" v="776" actId="14100"/>
          <ac:spMkLst>
            <pc:docMk/>
            <pc:sldMk cId="2089087213" sldId="379"/>
            <ac:spMk id="14" creationId="{B3598B74-F274-972C-F055-03684A9C51FA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59.632" v="775" actId="14100"/>
          <ac:spMkLst>
            <pc:docMk/>
            <pc:sldMk cId="2089087213" sldId="379"/>
            <ac:spMk id="16" creationId="{B666A867-2C05-92BE-2B78-4C74B337372C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3:38:47.450" v="794" actId="1076"/>
          <ac:grpSpMkLst>
            <pc:docMk/>
            <pc:sldMk cId="2089087213" sldId="379"/>
            <ac:grpSpMk id="17" creationId="{A94031A8-E3E1-1CA3-31F9-505D08C15990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3:35:48.176" v="758" actId="1076"/>
          <ac:picMkLst>
            <pc:docMk/>
            <pc:sldMk cId="2089087213" sldId="379"/>
            <ac:picMk id="3" creationId="{3073E25D-E4D7-CD57-C5DA-8F915A7139A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2424E9A3-2C2B-ECD8-2B59-887044F5914D}" dt="2023-10-30T13:43:58.057" v="876" actId="1076"/>
        <pc:sldMkLst>
          <pc:docMk/>
          <pc:sldMk cId="1011495351" sldId="380"/>
        </pc:sldMkLst>
        <pc:spChg chg="mod">
          <ac:chgData name="Suraj Chopade" userId="S::suraj.chopade@bostoninstituteofanalytics.org::dcc44ee8-6a65-4538-a5e1-c87e14ca7a61" providerId="AD" clId="Web-{2424E9A3-2C2B-ECD8-2B59-887044F5914D}" dt="2023-10-30T13:43:58.057" v="876" actId="1076"/>
          <ac:spMkLst>
            <pc:docMk/>
            <pc:sldMk cId="1011495351" sldId="380"/>
            <ac:spMk id="2" creationId="{F7761F45-99CF-5094-8BAE-64DDA34139B5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3:40:30.126" v="809"/>
          <ac:grpSpMkLst>
            <pc:docMk/>
            <pc:sldMk cId="1011495351" sldId="380"/>
            <ac:grpSpMk id="17" creationId="{A94031A8-E3E1-1CA3-31F9-505D08C15990}"/>
          </ac:grpSpMkLst>
        </pc:grpChg>
      </pc:sldChg>
      <pc:sldChg chg="addSp modSp add replId">
        <pc:chgData name="Suraj Chopade" userId="S::suraj.chopade@bostoninstituteofanalytics.org::dcc44ee8-6a65-4538-a5e1-c87e14ca7a61" providerId="AD" clId="Web-{2424E9A3-2C2B-ECD8-2B59-887044F5914D}" dt="2023-10-30T13:48:04.068" v="912" actId="1076"/>
        <pc:sldMkLst>
          <pc:docMk/>
          <pc:sldMk cId="3277134244" sldId="381"/>
        </pc:sldMkLst>
        <pc:spChg chg="mod">
          <ac:chgData name="Suraj Chopade" userId="S::suraj.chopade@bostoninstituteofanalytics.org::dcc44ee8-6a65-4538-a5e1-c87e14ca7a61" providerId="AD" clId="Web-{2424E9A3-2C2B-ECD8-2B59-887044F5914D}" dt="2023-10-30T13:47:59.349" v="909" actId="1076"/>
          <ac:spMkLst>
            <pc:docMk/>
            <pc:sldMk cId="3277134244" sldId="38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424E9A3-2C2B-ECD8-2B59-887044F5914D}" dt="2023-10-30T13:48:04.068" v="912" actId="1076"/>
          <ac:picMkLst>
            <pc:docMk/>
            <pc:sldMk cId="3277134244" sldId="381"/>
            <ac:picMk id="3" creationId="{6BF1856A-0ECA-E1C7-B6B6-34031DF1CAD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56:44.606" v="967"/>
        <pc:sldMkLst>
          <pc:docMk/>
          <pc:sldMk cId="68047781" sldId="382"/>
        </pc:sldMkLst>
        <pc:spChg chg="mod">
          <ac:chgData name="Suraj Chopade" userId="S::suraj.chopade@bostoninstituteofanalytics.org::dcc44ee8-6a65-4538-a5e1-c87e14ca7a61" providerId="AD" clId="Web-{2424E9A3-2C2B-ECD8-2B59-887044F5914D}" dt="2023-10-30T13:56:22.105" v="960" actId="20577"/>
          <ac:spMkLst>
            <pc:docMk/>
            <pc:sldMk cId="68047781" sldId="382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2424E9A3-2C2B-ECD8-2B59-887044F5914D}" dt="2023-10-30T13:50:32.965" v="914"/>
          <ac:picMkLst>
            <pc:docMk/>
            <pc:sldMk cId="68047781" sldId="382"/>
            <ac:picMk id="3" creationId="{6BF1856A-0ECA-E1C7-B6B6-34031DF1CADD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3:56:44.606" v="967"/>
          <ac:picMkLst>
            <pc:docMk/>
            <pc:sldMk cId="68047781" sldId="382"/>
            <ac:picMk id="4" creationId="{455F5166-86AE-44E2-6EE0-3A64DC1EC93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57:10.873" v="981" actId="20577"/>
        <pc:sldMkLst>
          <pc:docMk/>
          <pc:sldMk cId="3431625628" sldId="383"/>
        </pc:sldMkLst>
        <pc:spChg chg="mod">
          <ac:chgData name="Suraj Chopade" userId="S::suraj.chopade@bostoninstituteofanalytics.org::dcc44ee8-6a65-4538-a5e1-c87e14ca7a61" providerId="AD" clId="Web-{2424E9A3-2C2B-ECD8-2B59-887044F5914D}" dt="2023-10-30T13:57:10.873" v="981" actId="20577"/>
          <ac:spMkLst>
            <pc:docMk/>
            <pc:sldMk cId="3431625628" sldId="383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424E9A3-2C2B-ECD8-2B59-887044F5914D}" dt="2023-10-30T13:56:32.215" v="963" actId="1076"/>
          <ac:picMkLst>
            <pc:docMk/>
            <pc:sldMk cId="3431625628" sldId="383"/>
            <ac:picMk id="3" creationId="{E78C0E9C-8C83-B721-29C8-7873D7725D3E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3:52:40.674" v="918"/>
          <ac:picMkLst>
            <pc:docMk/>
            <pc:sldMk cId="3431625628" sldId="383"/>
            <ac:picMk id="4" creationId="{455F5166-86AE-44E2-6EE0-3A64DC1EC93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5D362476-FF43-7D1C-A769-5E23AC8C6CE5}"/>
    <pc:docChg chg="modSld sldOrd">
      <pc:chgData name="Suraj Chopade" userId="S::suraj.chopade@bostoninstituteofanalytics.org::dcc44ee8-6a65-4538-a5e1-c87e14ca7a61" providerId="AD" clId="Web-{5D362476-FF43-7D1C-A769-5E23AC8C6CE5}" dt="2023-12-15T10:27:23.294" v="11" actId="14100"/>
      <pc:docMkLst>
        <pc:docMk/>
      </pc:docMkLst>
      <pc:sldChg chg="modSp ord">
        <pc:chgData name="Suraj Chopade" userId="S::suraj.chopade@bostoninstituteofanalytics.org::dcc44ee8-6a65-4538-a5e1-c87e14ca7a61" providerId="AD" clId="Web-{5D362476-FF43-7D1C-A769-5E23AC8C6CE5}" dt="2023-12-15T10:27:23.294" v="11" actId="14100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5D362476-FF43-7D1C-A769-5E23AC8C6CE5}" dt="2023-12-15T10:27:23.294" v="11" actId="14100"/>
          <ac:spMkLst>
            <pc:docMk/>
            <pc:sldMk cId="1145284372" sldId="350"/>
            <ac:spMk id="2" creationId="{F7761F45-99CF-5094-8BAE-64DDA34139B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6EF90DE-2A8F-BE87-7250-5525664C4561}"/>
    <pc:docChg chg="modSld">
      <pc:chgData name="Suraj Chopade" userId="S::suraj.chopade@bostoninstituteofanalytics.org::dcc44ee8-6a65-4538-a5e1-c87e14ca7a61" providerId="AD" clId="Web-{56EF90DE-2A8F-BE87-7250-5525664C4561}" dt="2023-10-13T05:38:40.499" v="28"/>
      <pc:docMkLst>
        <pc:docMk/>
      </pc:docMkLst>
      <pc:sldChg chg="delSp">
        <pc:chgData name="Suraj Chopade" userId="S::suraj.chopade@bostoninstituteofanalytics.org::dcc44ee8-6a65-4538-a5e1-c87e14ca7a61" providerId="AD" clId="Web-{56EF90DE-2A8F-BE87-7250-5525664C4561}" dt="2023-10-13T05:38:40.499" v="28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40.499" v="28"/>
          <ac:picMkLst>
            <pc:docMk/>
            <pc:sldMk cId="2503897231" sldId="28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0.528" v="0"/>
        <pc:sldMkLst>
          <pc:docMk/>
          <pc:sldMk cId="4235558439" sldId="28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0.528" v="0"/>
          <ac:picMkLst>
            <pc:docMk/>
            <pc:sldMk cId="4235558439" sldId="2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2.762" v="1"/>
        <pc:sldMkLst>
          <pc:docMk/>
          <pc:sldMk cId="1726830" sldId="31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2.762" v="1"/>
          <ac:picMkLst>
            <pc:docMk/>
            <pc:sldMk cId="1726830" sldId="31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3.169" v="14"/>
        <pc:sldMkLst>
          <pc:docMk/>
          <pc:sldMk cId="693713431" sldId="33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3.169" v="14"/>
          <ac:picMkLst>
            <pc:docMk/>
            <pc:sldMk cId="693713431" sldId="33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3.623" v="18"/>
        <pc:sldMkLst>
          <pc:docMk/>
          <pc:sldMk cId="4254827648" sldId="33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3.623" v="18"/>
          <ac:picMkLst>
            <pc:docMk/>
            <pc:sldMk cId="4254827648" sldId="33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4.106" v="2"/>
        <pc:sldMkLst>
          <pc:docMk/>
          <pc:sldMk cId="3709622772" sldId="34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4.106" v="2"/>
          <ac:picMkLst>
            <pc:docMk/>
            <pc:sldMk cId="3709622772" sldId="34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6.215" v="3"/>
        <pc:sldMkLst>
          <pc:docMk/>
          <pc:sldMk cId="998055449" sldId="34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6.215" v="3"/>
          <ac:picMkLst>
            <pc:docMk/>
            <pc:sldMk cId="998055449" sldId="34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8.090" v="4"/>
        <pc:sldMkLst>
          <pc:docMk/>
          <pc:sldMk cId="3211538988" sldId="34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8.090" v="4"/>
          <ac:picMkLst>
            <pc:docMk/>
            <pc:sldMk cId="3211538988" sldId="34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9.965" v="5"/>
        <pc:sldMkLst>
          <pc:docMk/>
          <pc:sldMk cId="1589054290" sldId="34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9.965" v="5"/>
          <ac:picMkLst>
            <pc:docMk/>
            <pc:sldMk cId="1589054290" sldId="34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2.512" v="6"/>
        <pc:sldMkLst>
          <pc:docMk/>
          <pc:sldMk cId="2822367668" sldId="346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2.512" v="6"/>
          <ac:picMkLst>
            <pc:docMk/>
            <pc:sldMk cId="2822367668" sldId="34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5.075" v="7"/>
        <pc:sldMkLst>
          <pc:docMk/>
          <pc:sldMk cId="2851047092" sldId="34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5.075" v="7"/>
          <ac:picMkLst>
            <pc:docMk/>
            <pc:sldMk cId="2851047092" sldId="34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8.044" v="8"/>
        <pc:sldMkLst>
          <pc:docMk/>
          <pc:sldMk cId="2195828354" sldId="348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8.044" v="8"/>
          <ac:picMkLst>
            <pc:docMk/>
            <pc:sldMk cId="2195828354" sldId="34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0.325" v="9"/>
        <pc:sldMkLst>
          <pc:docMk/>
          <pc:sldMk cId="2280237744" sldId="349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0.325" v="9"/>
          <ac:picMkLst>
            <pc:docMk/>
            <pc:sldMk cId="2280237744" sldId="34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3.169" v="10"/>
        <pc:sldMkLst>
          <pc:docMk/>
          <pc:sldMk cId="1145284372" sldId="350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3.169" v="10"/>
          <ac:picMkLst>
            <pc:docMk/>
            <pc:sldMk cId="1145284372" sldId="35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5.935" v="11"/>
        <pc:sldMkLst>
          <pc:docMk/>
          <pc:sldMk cId="3488034501" sldId="351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5.935" v="11"/>
          <ac:picMkLst>
            <pc:docMk/>
            <pc:sldMk cId="3488034501" sldId="35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7.857" v="12"/>
        <pc:sldMkLst>
          <pc:docMk/>
          <pc:sldMk cId="3822785467" sldId="35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7.857" v="12"/>
          <ac:picMkLst>
            <pc:docMk/>
            <pc:sldMk cId="3822785467" sldId="35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0.232" v="13"/>
        <pc:sldMkLst>
          <pc:docMk/>
          <pc:sldMk cId="2383408920" sldId="35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0.232" v="13"/>
          <ac:picMkLst>
            <pc:docMk/>
            <pc:sldMk cId="2383408920" sldId="35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5.701" v="15"/>
        <pc:sldMkLst>
          <pc:docMk/>
          <pc:sldMk cId="1637956367" sldId="35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5.701" v="15"/>
          <ac:picMkLst>
            <pc:docMk/>
            <pc:sldMk cId="1637956367" sldId="35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7.920" v="16"/>
        <pc:sldMkLst>
          <pc:docMk/>
          <pc:sldMk cId="543563370" sldId="35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7.920" v="16"/>
          <ac:picMkLst>
            <pc:docMk/>
            <pc:sldMk cId="543563370" sldId="35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0.498" v="17"/>
        <pc:sldMkLst>
          <pc:docMk/>
          <pc:sldMk cId="3509703634" sldId="356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0.498" v="17"/>
          <ac:picMkLst>
            <pc:docMk/>
            <pc:sldMk cId="3509703634" sldId="35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5.764" v="19"/>
        <pc:sldMkLst>
          <pc:docMk/>
          <pc:sldMk cId="3979241048" sldId="35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5.764" v="19"/>
          <ac:picMkLst>
            <pc:docMk/>
            <pc:sldMk cId="3979241048" sldId="35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9.092" v="20"/>
        <pc:sldMkLst>
          <pc:docMk/>
          <pc:sldMk cId="1574886388" sldId="358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9.092" v="20"/>
          <ac:picMkLst>
            <pc:docMk/>
            <pc:sldMk cId="1574886388" sldId="35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2.061" v="21"/>
        <pc:sldMkLst>
          <pc:docMk/>
          <pc:sldMk cId="3275230534" sldId="359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2.061" v="21"/>
          <ac:picMkLst>
            <pc:docMk/>
            <pc:sldMk cId="3275230534" sldId="35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4.717" v="22"/>
        <pc:sldMkLst>
          <pc:docMk/>
          <pc:sldMk cId="3209345293" sldId="360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4.717" v="22"/>
          <ac:picMkLst>
            <pc:docMk/>
            <pc:sldMk cId="3209345293" sldId="36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6.639" v="23"/>
        <pc:sldMkLst>
          <pc:docMk/>
          <pc:sldMk cId="3052401839" sldId="361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6.639" v="23"/>
          <ac:picMkLst>
            <pc:docMk/>
            <pc:sldMk cId="3052401839" sldId="36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9.561" v="24"/>
        <pc:sldMkLst>
          <pc:docMk/>
          <pc:sldMk cId="1604005518" sldId="36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9.561" v="24"/>
          <ac:picMkLst>
            <pc:docMk/>
            <pc:sldMk cId="1604005518" sldId="36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3.499" v="25"/>
        <pc:sldMkLst>
          <pc:docMk/>
          <pc:sldMk cId="246319354" sldId="36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3.499" v="25"/>
          <ac:picMkLst>
            <pc:docMk/>
            <pc:sldMk cId="246319354" sldId="36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7.936" v="27"/>
        <pc:sldMkLst>
          <pc:docMk/>
          <pc:sldMk cId="39136322" sldId="36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7.936" v="27"/>
          <ac:picMkLst>
            <pc:docMk/>
            <pc:sldMk cId="39136322" sldId="36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5.842" v="26"/>
        <pc:sldMkLst>
          <pc:docMk/>
          <pc:sldMk cId="189908799" sldId="36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5.842" v="26"/>
          <ac:picMkLst>
            <pc:docMk/>
            <pc:sldMk cId="189908799" sldId="365"/>
            <ac:picMk id="6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2E589A3-F0E4-6C6D-43C6-ED87A5347A99}"/>
    <pc:docChg chg="modSld">
      <pc:chgData name="Suraj Chopade" userId="S::suraj.chopade@bostoninstituteofanalytics.org::dcc44ee8-6a65-4538-a5e1-c87e14ca7a61" providerId="AD" clId="Web-{62E589A3-F0E4-6C6D-43C6-ED87A5347A99}" dt="2023-10-31T05:16:33.543" v="10" actId="20577"/>
      <pc:docMkLst>
        <pc:docMk/>
      </pc:docMkLst>
      <pc:sldChg chg="modSp">
        <pc:chgData name="Suraj Chopade" userId="S::suraj.chopade@bostoninstituteofanalytics.org::dcc44ee8-6a65-4538-a5e1-c87e14ca7a61" providerId="AD" clId="Web-{62E589A3-F0E4-6C6D-43C6-ED87A5347A99}" dt="2023-10-31T05:14:53.492" v="4" actId="20577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62E589A3-F0E4-6C6D-43C6-ED87A5347A99}" dt="2023-10-31T05:14:53.492" v="4" actId="20577"/>
          <ac:spMkLst>
            <pc:docMk/>
            <pc:sldMk cId="2383408920" sldId="353"/>
            <ac:spMk id="2" creationId="{F7761F45-99CF-5094-8BAE-64DDA34139B5}"/>
          </ac:spMkLst>
        </pc:spChg>
        <pc:picChg chg="mod">
          <ac:chgData name="Suraj Chopade" userId="S::suraj.chopade@bostoninstituteofanalytics.org::dcc44ee8-6a65-4538-a5e1-c87e14ca7a61" providerId="AD" clId="Web-{62E589A3-F0E4-6C6D-43C6-ED87A5347A99}" dt="2023-10-31T05:14:39.507" v="0" actId="14100"/>
          <ac:picMkLst>
            <pc:docMk/>
            <pc:sldMk cId="2383408920" sldId="353"/>
            <ac:picMk id="3" creationId="{9266A67D-1211-8D25-D282-DAB5A15CC935}"/>
          </ac:picMkLst>
        </pc:picChg>
      </pc:sldChg>
      <pc:sldChg chg="modSp">
        <pc:chgData name="Suraj Chopade" userId="S::suraj.chopade@bostoninstituteofanalytics.org::dcc44ee8-6a65-4538-a5e1-c87e14ca7a61" providerId="AD" clId="Web-{62E589A3-F0E4-6C6D-43C6-ED87A5347A99}" dt="2023-10-31T05:15:57.666" v="6" actId="20577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62E589A3-F0E4-6C6D-43C6-ED87A5347A99}" dt="2023-10-31T05:15:57.666" v="6" actId="20577"/>
          <ac:spMkLst>
            <pc:docMk/>
            <pc:sldMk cId="3052401839" sldId="361"/>
            <ac:spMk id="4" creationId="{551DFAF4-BC8F-2B04-1FB7-4B2FC318AB97}"/>
          </ac:spMkLst>
        </pc:spChg>
      </pc:sldChg>
      <pc:sldChg chg="modSp">
        <pc:chgData name="Suraj Chopade" userId="S::suraj.chopade@bostoninstituteofanalytics.org::dcc44ee8-6a65-4538-a5e1-c87e14ca7a61" providerId="AD" clId="Web-{62E589A3-F0E4-6C6D-43C6-ED87A5347A99}" dt="2023-10-31T05:16:33.543" v="10" actId="20577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62E589A3-F0E4-6C6D-43C6-ED87A5347A99}" dt="2023-10-31T05:16:33.543" v="10" actId="20577"/>
          <ac:spMkLst>
            <pc:docMk/>
            <pc:sldMk cId="1604005518" sldId="362"/>
            <ac:spMk id="4" creationId="{551DFAF4-BC8F-2B04-1FB7-4B2FC318AB97}"/>
          </ac:spMkLst>
        </pc:spChg>
      </pc:sldChg>
    </pc:docChg>
  </pc:docChgLst>
  <pc:docChgLst>
    <pc:chgData name="Suraj Chopade" userId="S::suraj.chopade@bostoninstituteofanalytics.org::dcc44ee8-6a65-4538-a5e1-c87e14ca7a61" providerId="AD" clId="Web-{37B281AA-177A-D736-1D71-F10224D4F884}"/>
    <pc:docChg chg="addSld">
      <pc:chgData name="Suraj Chopade" userId="S::suraj.chopade@bostoninstituteofanalytics.org::dcc44ee8-6a65-4538-a5e1-c87e14ca7a61" providerId="AD" clId="Web-{37B281AA-177A-D736-1D71-F10224D4F884}" dt="2024-07-16T07:38:34.972" v="0"/>
      <pc:docMkLst>
        <pc:docMk/>
      </pc:docMkLst>
      <pc:sldChg chg="add">
        <pc:chgData name="Suraj Chopade" userId="S::suraj.chopade@bostoninstituteofanalytics.org::dcc44ee8-6a65-4538-a5e1-c87e14ca7a61" providerId="AD" clId="Web-{37B281AA-177A-D736-1D71-F10224D4F884}" dt="2024-07-16T07:38:34.972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2FA15957-C376-DB9E-E085-741BDDE365BA}"/>
    <pc:docChg chg="delSld modSld">
      <pc:chgData name="Suraj Chopade" userId="S::suraj.chopade@bostoninstituteofanalytics.org::dcc44ee8-6a65-4538-a5e1-c87e14ca7a61" providerId="AD" clId="Web-{2FA15957-C376-DB9E-E085-741BDDE365BA}" dt="2023-10-07T06:52:55.859" v="37" actId="1076"/>
      <pc:docMkLst>
        <pc:docMk/>
      </pc:docMkLst>
      <pc:sldChg chg="del">
        <pc:chgData name="Suraj Chopade" userId="S::suraj.chopade@bostoninstituteofanalytics.org::dcc44ee8-6a65-4538-a5e1-c87e14ca7a61" providerId="AD" clId="Web-{2FA15957-C376-DB9E-E085-741BDDE365BA}" dt="2023-10-07T06:51:22.012" v="15"/>
        <pc:sldMkLst>
          <pc:docMk/>
          <pc:sldMk cId="4253125332" sldId="316"/>
        </pc:sldMkLst>
      </pc:sldChg>
      <pc:sldChg chg="modSp">
        <pc:chgData name="Suraj Chopade" userId="S::suraj.chopade@bostoninstituteofanalytics.org::dcc44ee8-6a65-4538-a5e1-c87e14ca7a61" providerId="AD" clId="Web-{2FA15957-C376-DB9E-E085-741BDDE365BA}" dt="2023-10-07T06:52:55.859" v="37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2FA15957-C376-DB9E-E085-741BDDE365BA}" dt="2023-10-07T06:52:36.421" v="33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FA15957-C376-DB9E-E085-741BDDE365BA}" dt="2023-10-07T06:52:55.859" v="37" actId="1076"/>
          <ac:spMkLst>
            <pc:docMk/>
            <pc:sldMk cId="3709622772" sldId="342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2FA15957-C376-DB9E-E085-741BDDE365BA}" dt="2023-10-07T06:52:42.640" v="35" actId="1076"/>
          <ac:picMkLst>
            <pc:docMk/>
            <pc:sldMk cId="3709622772" sldId="342"/>
            <ac:picMk id="4" creationId="{3D9DFF31-940B-B7E4-0D73-1911D551E92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BF748197-1DFE-4E40-D767-44B41F40253C}"/>
    <pc:docChg chg="addSld modSld">
      <pc:chgData name="Suraj Chopade" userId="S::suraj.chopade@bostoninstituteofanalytics.org::dcc44ee8-6a65-4538-a5e1-c87e14ca7a61" providerId="AD" clId="Web-{BF748197-1DFE-4E40-D767-44B41F40253C}" dt="2023-10-31T10:43:44.188" v="164" actId="20577"/>
      <pc:docMkLst>
        <pc:docMk/>
      </pc:docMkLst>
      <pc:sldChg chg="modSp">
        <pc:chgData name="Suraj Chopade" userId="S::suraj.chopade@bostoninstituteofanalytics.org::dcc44ee8-6a65-4538-a5e1-c87e14ca7a61" providerId="AD" clId="Web-{BF748197-1DFE-4E40-D767-44B41F40253C}" dt="2023-10-31T09:47:16.285" v="100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BF748197-1DFE-4E40-D767-44B41F40253C}" dt="2023-10-31T09:47:16.285" v="100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BF748197-1DFE-4E40-D767-44B41F40253C}" dt="2023-10-31T10:09:16.901" v="149" actId="14100"/>
        <pc:sldMkLst>
          <pc:docMk/>
          <pc:sldMk cId="4141885863" sldId="366"/>
        </pc:sldMkLst>
        <pc:grpChg chg="mod">
          <ac:chgData name="Suraj Chopade" userId="S::suraj.chopade@bostoninstituteofanalytics.org::dcc44ee8-6a65-4538-a5e1-c87e14ca7a61" providerId="AD" clId="Web-{BF748197-1DFE-4E40-D767-44B41F40253C}" dt="2023-10-31T10:09:16.901" v="149" actId="14100"/>
          <ac:grpSpMkLst>
            <pc:docMk/>
            <pc:sldMk cId="4141885863" sldId="366"/>
            <ac:grpSpMk id="7" creationId="{95ABF002-660A-01D8-5111-D9A25D950CD8}"/>
          </ac:grpSpMkLst>
        </pc:grpChg>
      </pc:sldChg>
      <pc:sldChg chg="modSp">
        <pc:chgData name="Suraj Chopade" userId="S::suraj.chopade@bostoninstituteofanalytics.org::dcc44ee8-6a65-4538-a5e1-c87e14ca7a61" providerId="AD" clId="Web-{BF748197-1DFE-4E40-D767-44B41F40253C}" dt="2023-10-31T10:07:04.927" v="147" actId="1076"/>
        <pc:sldMkLst>
          <pc:docMk/>
          <pc:sldMk cId="1708889121" sldId="367"/>
        </pc:sldMkLst>
        <pc:spChg chg="mod">
          <ac:chgData name="Suraj Chopade" userId="S::suraj.chopade@bostoninstituteofanalytics.org::dcc44ee8-6a65-4538-a5e1-c87e14ca7a61" providerId="AD" clId="Web-{BF748197-1DFE-4E40-D767-44B41F40253C}" dt="2023-10-31T10:07:04.927" v="147" actId="1076"/>
          <ac:spMkLst>
            <pc:docMk/>
            <pc:sldMk cId="1708889121" sldId="367"/>
            <ac:spMk id="12" creationId="{E2FC0610-4C45-81A4-EDB9-AE755A1B9113}"/>
          </ac:spMkLst>
        </pc:spChg>
      </pc:sldChg>
      <pc:sldChg chg="addSp delSp modSp">
        <pc:chgData name="Suraj Chopade" userId="S::suraj.chopade@bostoninstituteofanalytics.org::dcc44ee8-6a65-4538-a5e1-c87e14ca7a61" providerId="AD" clId="Web-{BF748197-1DFE-4E40-D767-44B41F40253C}" dt="2023-10-31T10:18:40.783" v="159" actId="14100"/>
        <pc:sldMkLst>
          <pc:docMk/>
          <pc:sldMk cId="4241783896" sldId="373"/>
        </pc:sldMkLst>
        <pc:grpChg chg="add del mod">
          <ac:chgData name="Suraj Chopade" userId="S::suraj.chopade@bostoninstituteofanalytics.org::dcc44ee8-6a65-4538-a5e1-c87e14ca7a61" providerId="AD" clId="Web-{BF748197-1DFE-4E40-D767-44B41F40253C}" dt="2023-10-31T10:18:40.783" v="159" actId="14100"/>
          <ac:grpSpMkLst>
            <pc:docMk/>
            <pc:sldMk cId="4241783896" sldId="373"/>
            <ac:grpSpMk id="13" creationId="{8A0F6299-4A42-2F01-2028-8ECFA85166E1}"/>
          </ac:grpSpMkLst>
        </pc:grpChg>
        <pc:picChg chg="ord">
          <ac:chgData name="Suraj Chopade" userId="S::suraj.chopade@bostoninstituteofanalytics.org::dcc44ee8-6a65-4538-a5e1-c87e14ca7a61" providerId="AD" clId="Web-{BF748197-1DFE-4E40-D767-44B41F40253C}" dt="2023-10-31T10:18:27.627" v="154"/>
          <ac:picMkLst>
            <pc:docMk/>
            <pc:sldMk cId="4241783896" sldId="373"/>
            <ac:picMk id="7" creationId="{36089BA5-6F7A-C779-AA6A-1DE9C72366CB}"/>
          </ac:picMkLst>
        </pc:picChg>
      </pc:sldChg>
      <pc:sldChg chg="modSp">
        <pc:chgData name="Suraj Chopade" userId="S::suraj.chopade@bostoninstituteofanalytics.org::dcc44ee8-6a65-4538-a5e1-c87e14ca7a61" providerId="AD" clId="Web-{BF748197-1DFE-4E40-D767-44B41F40253C}" dt="2023-10-31T10:43:44.188" v="164" actId="20577"/>
        <pc:sldMkLst>
          <pc:docMk/>
          <pc:sldMk cId="3883680497" sldId="378"/>
        </pc:sldMkLst>
        <pc:spChg chg="mod">
          <ac:chgData name="Suraj Chopade" userId="S::suraj.chopade@bostoninstituteofanalytics.org::dcc44ee8-6a65-4538-a5e1-c87e14ca7a61" providerId="AD" clId="Web-{BF748197-1DFE-4E40-D767-44B41F40253C}" dt="2023-10-31T10:43:44.188" v="164" actId="20577"/>
          <ac:spMkLst>
            <pc:docMk/>
            <pc:sldMk cId="3883680497" sldId="378"/>
            <ac:spMk id="6" creationId="{BA6AD8B7-9117-AE1A-EDA8-15039F304B46}"/>
          </ac:spMkLst>
        </pc:spChg>
      </pc:sldChg>
      <pc:sldChg chg="addSp modSp">
        <pc:chgData name="Suraj Chopade" userId="S::suraj.chopade@bostoninstituteofanalytics.org::dcc44ee8-6a65-4538-a5e1-c87e14ca7a61" providerId="AD" clId="Web-{BF748197-1DFE-4E40-D767-44B41F40253C}" dt="2023-10-31T09:41:55.413" v="48"/>
        <pc:sldMkLst>
          <pc:docMk/>
          <pc:sldMk cId="722168910" sldId="388"/>
        </pc:sldMkLst>
        <pc:spChg chg="add mod">
          <ac:chgData name="Suraj Chopade" userId="S::suraj.chopade@bostoninstituteofanalytics.org::dcc44ee8-6a65-4538-a5e1-c87e14ca7a61" providerId="AD" clId="Web-{BF748197-1DFE-4E40-D767-44B41F40253C}" dt="2023-10-31T09:27:33.456" v="3" actId="1076"/>
          <ac:spMkLst>
            <pc:docMk/>
            <pc:sldMk cId="722168910" sldId="388"/>
            <ac:spMk id="4" creationId="{EE2E275A-9067-ED17-55E3-2F53E45978A6}"/>
          </ac:spMkLst>
        </pc:spChg>
        <pc:picChg chg="mod">
          <ac:chgData name="Suraj Chopade" userId="S::suraj.chopade@bostoninstituteofanalytics.org::dcc44ee8-6a65-4538-a5e1-c87e14ca7a61" providerId="AD" clId="Web-{BF748197-1DFE-4E40-D767-44B41F40253C}" dt="2023-10-31T09:41:55.413" v="48"/>
          <ac:picMkLst>
            <pc:docMk/>
            <pc:sldMk cId="722168910" sldId="388"/>
            <ac:picMk id="3" creationId="{548BCC07-0DF2-0152-168C-A28CFA76C0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F748197-1DFE-4E40-D767-44B41F40253C}" dt="2023-10-31T09:41:47.913" v="47"/>
        <pc:sldMkLst>
          <pc:docMk/>
          <pc:sldMk cId="2334101944" sldId="389"/>
        </pc:sldMkLst>
        <pc:spChg chg="mod">
          <ac:chgData name="Suraj Chopade" userId="S::suraj.chopade@bostoninstituteofanalytics.org::dcc44ee8-6a65-4538-a5e1-c87e14ca7a61" providerId="AD" clId="Web-{BF748197-1DFE-4E40-D767-44B41F40253C}" dt="2023-10-31T09:40:44.176" v="36" actId="20577"/>
          <ac:spMkLst>
            <pc:docMk/>
            <pc:sldMk cId="2334101944" sldId="38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BF748197-1DFE-4E40-D767-44B41F40253C}" dt="2023-10-31T09:40:08.331" v="29" actId="14100"/>
          <ac:spMkLst>
            <pc:docMk/>
            <pc:sldMk cId="2334101944" sldId="389"/>
            <ac:spMk id="4" creationId="{EE2E275A-9067-ED17-55E3-2F53E45978A6}"/>
          </ac:spMkLst>
        </pc:spChg>
        <pc:spChg chg="mod">
          <ac:chgData name="Suraj Chopade" userId="S::suraj.chopade@bostoninstituteofanalytics.org::dcc44ee8-6a65-4538-a5e1-c87e14ca7a61" providerId="AD" clId="Web-{BF748197-1DFE-4E40-D767-44B41F40253C}" dt="2023-10-31T09:39:54.955" v="26" actId="14100"/>
          <ac:spMkLst>
            <pc:docMk/>
            <pc:sldMk cId="2334101944" sldId="389"/>
            <ac:spMk id="19" creationId="{B50BAB20-F244-5F75-D415-090900C3CF6B}"/>
          </ac:spMkLst>
        </pc:spChg>
        <pc:grpChg chg="add">
          <ac:chgData name="Suraj Chopade" userId="S::suraj.chopade@bostoninstituteofanalytics.org::dcc44ee8-6a65-4538-a5e1-c87e14ca7a61" providerId="AD" clId="Web-{BF748197-1DFE-4E40-D767-44B41F40253C}" dt="2023-10-31T09:39:58.330" v="27"/>
          <ac:grpSpMkLst>
            <pc:docMk/>
            <pc:sldMk cId="2334101944" sldId="389"/>
            <ac:grpSpMk id="7" creationId="{D7B59EBC-75C1-B54D-3D34-57628997CE0E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0:12.518" v="30"/>
          <ac:grpSpMkLst>
            <pc:docMk/>
            <pc:sldMk cId="2334101944" sldId="389"/>
            <ac:grpSpMk id="8" creationId="{848EF5C3-0337-3011-3F7F-B60E6A51E0A3}"/>
          </ac:grpSpMkLst>
        </pc:grpChg>
        <pc:picChg chg="del">
          <ac:chgData name="Suraj Chopade" userId="S::suraj.chopade@bostoninstituteofanalytics.org::dcc44ee8-6a65-4538-a5e1-c87e14ca7a61" providerId="AD" clId="Web-{BF748197-1DFE-4E40-D767-44B41F40253C}" dt="2023-10-31T09:38:21.951" v="5"/>
          <ac:picMkLst>
            <pc:docMk/>
            <pc:sldMk cId="2334101944" sldId="389"/>
            <ac:picMk id="3" creationId="{548BCC07-0DF2-0152-168C-A28CFA76C0ED}"/>
          </ac:picMkLst>
        </pc:picChg>
        <pc:picChg chg="add mod ord">
          <ac:chgData name="Suraj Chopade" userId="S::suraj.chopade@bostoninstituteofanalytics.org::dcc44ee8-6a65-4538-a5e1-c87e14ca7a61" providerId="AD" clId="Web-{BF748197-1DFE-4E40-D767-44B41F40253C}" dt="2023-10-31T09:41:47.350" v="46"/>
          <ac:picMkLst>
            <pc:docMk/>
            <pc:sldMk cId="2334101944" sldId="389"/>
            <ac:picMk id="5" creationId="{82E112A4-25AC-5E61-36AC-8546F54F1E6A}"/>
          </ac:picMkLst>
        </pc:picChg>
        <pc:picChg chg="add mod ord">
          <ac:chgData name="Suraj Chopade" userId="S::suraj.chopade@bostoninstituteofanalytics.org::dcc44ee8-6a65-4538-a5e1-c87e14ca7a61" providerId="AD" clId="Web-{BF748197-1DFE-4E40-D767-44B41F40253C}" dt="2023-10-31T09:41:47.913" v="47"/>
          <ac:picMkLst>
            <pc:docMk/>
            <pc:sldMk cId="2334101944" sldId="389"/>
            <ac:picMk id="6" creationId="{521EBD13-5375-4479-C968-D99863F5123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F748197-1DFE-4E40-D767-44B41F40253C}" dt="2023-10-31T09:44:43.482" v="80" actId="1076"/>
        <pc:sldMkLst>
          <pc:docMk/>
          <pc:sldMk cId="612479528" sldId="390"/>
        </pc:sldMkLst>
        <pc:spChg chg="mod">
          <ac:chgData name="Suraj Chopade" userId="S::suraj.chopade@bostoninstituteofanalytics.org::dcc44ee8-6a65-4538-a5e1-c87e14ca7a61" providerId="AD" clId="Web-{BF748197-1DFE-4E40-D767-44B41F40253C}" dt="2023-10-31T09:44:43.482" v="80" actId="1076"/>
          <ac:spMkLst>
            <pc:docMk/>
            <pc:sldMk cId="612479528" sldId="390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2:21.867" v="55" actId="14100"/>
          <ac:spMkLst>
            <pc:docMk/>
            <pc:sldMk cId="612479528" sldId="390"/>
            <ac:spMk id="11" creationId="{500395DE-516C-66A3-BFEE-4A1340886EC7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2:36.055" v="59" actId="14100"/>
          <ac:spMkLst>
            <pc:docMk/>
            <pc:sldMk cId="612479528" sldId="390"/>
            <ac:spMk id="13" creationId="{B4404585-60FB-32A3-3FFC-15BA89893FE8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4:02.246" v="73" actId="14100"/>
          <ac:spMkLst>
            <pc:docMk/>
            <pc:sldMk cId="612479528" sldId="390"/>
            <ac:spMk id="17" creationId="{A9E25BBF-2EF6-C1FE-B8B2-D1AF0192410A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4:26.747" v="78" actId="14100"/>
          <ac:spMkLst>
            <pc:docMk/>
            <pc:sldMk cId="612479528" sldId="390"/>
            <ac:spMk id="20" creationId="{CE0B66F7-5B69-945C-BBD3-2B6D34A3CECF}"/>
          </ac:spMkLst>
        </pc:spChg>
        <pc:grpChg chg="del">
          <ac:chgData name="Suraj Chopade" userId="S::suraj.chopade@bostoninstituteofanalytics.org::dcc44ee8-6a65-4538-a5e1-c87e14ca7a61" providerId="AD" clId="Web-{BF748197-1DFE-4E40-D767-44B41F40253C}" dt="2023-10-31T09:40:52.582" v="39"/>
          <ac:grpSpMkLst>
            <pc:docMk/>
            <pc:sldMk cId="612479528" sldId="390"/>
            <ac:grpSpMk id="7" creationId="{D7B59EBC-75C1-B54D-3D34-57628997CE0E}"/>
          </ac:grpSpMkLst>
        </pc:grpChg>
        <pc:grpChg chg="del">
          <ac:chgData name="Suraj Chopade" userId="S::suraj.chopade@bostoninstituteofanalytics.org::dcc44ee8-6a65-4538-a5e1-c87e14ca7a61" providerId="AD" clId="Web-{BF748197-1DFE-4E40-D767-44B41F40253C}" dt="2023-10-31T09:40:52.582" v="38"/>
          <ac:grpSpMkLst>
            <pc:docMk/>
            <pc:sldMk cId="612479528" sldId="390"/>
            <ac:grpSpMk id="8" creationId="{848EF5C3-0337-3011-3F7F-B60E6A51E0A3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2:45.321" v="60"/>
          <ac:grpSpMkLst>
            <pc:docMk/>
            <pc:sldMk cId="612479528" sldId="390"/>
            <ac:grpSpMk id="14" creationId="{F2273F0C-B782-A5E2-6E3B-FD2C19B1CC7C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4:32.326" v="79"/>
          <ac:grpSpMkLst>
            <pc:docMk/>
            <pc:sldMk cId="612479528" sldId="390"/>
            <ac:grpSpMk id="21" creationId="{F1816108-90FA-5315-3C8C-1A24EF7D61FA}"/>
          </ac:grpSpMkLst>
        </pc:grpChg>
        <pc:picChg chg="add mod">
          <ac:chgData name="Suraj Chopade" userId="S::suraj.chopade@bostoninstituteofanalytics.org::dcc44ee8-6a65-4538-a5e1-c87e14ca7a61" providerId="AD" clId="Web-{BF748197-1DFE-4E40-D767-44B41F40253C}" dt="2023-10-31T09:42:06.445" v="52" actId="14100"/>
          <ac:picMkLst>
            <pc:docMk/>
            <pc:sldMk cId="612479528" sldId="390"/>
            <ac:picMk id="3" creationId="{33F94CAE-1C6F-954A-257C-221F61B0E1D1}"/>
          </ac:picMkLst>
        </pc:picChg>
        <pc:picChg chg="add mod">
          <ac:chgData name="Suraj Chopade" userId="S::suraj.chopade@bostoninstituteofanalytics.org::dcc44ee8-6a65-4538-a5e1-c87e14ca7a61" providerId="AD" clId="Web-{BF748197-1DFE-4E40-D767-44B41F40253C}" dt="2023-10-31T09:43:47.168" v="70" actId="1076"/>
          <ac:picMkLst>
            <pc:docMk/>
            <pc:sldMk cId="612479528" sldId="390"/>
            <ac:picMk id="15" creationId="{FD61772C-88FC-3B3A-B560-7833E9B4E488}"/>
          </ac:picMkLst>
        </pc:picChg>
      </pc:sldChg>
      <pc:sldChg chg="delSp modSp add replId modNotes">
        <pc:chgData name="Suraj Chopade" userId="S::suraj.chopade@bostoninstituteofanalytics.org::dcc44ee8-6a65-4538-a5e1-c87e14ca7a61" providerId="AD" clId="Web-{BF748197-1DFE-4E40-D767-44B41F40253C}" dt="2023-10-31T10:03:26.278" v="145"/>
        <pc:sldMkLst>
          <pc:docMk/>
          <pc:sldMk cId="1247828369" sldId="391"/>
        </pc:sldMkLst>
        <pc:spChg chg="mod">
          <ac:chgData name="Suraj Chopade" userId="S::suraj.chopade@bostoninstituteofanalytics.org::dcc44ee8-6a65-4538-a5e1-c87e14ca7a61" providerId="AD" clId="Web-{BF748197-1DFE-4E40-D767-44B41F40253C}" dt="2023-10-31T09:47:41.552" v="117"/>
          <ac:spMkLst>
            <pc:docMk/>
            <pc:sldMk cId="1247828369" sldId="391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BF748197-1DFE-4E40-D767-44B41F40253C}" dt="2023-10-31T09:47:29.552" v="103"/>
          <ac:spMkLst>
            <pc:docMk/>
            <pc:sldMk cId="1247828369" sldId="391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BF748197-1DFE-4E40-D767-44B41F40253C}" dt="2023-10-31T09:47:29.552" v="102"/>
          <ac:picMkLst>
            <pc:docMk/>
            <pc:sldMk cId="1247828369" sldId="391"/>
            <ac:picMk id="7" creationId="{F42C1DAF-2741-9A58-8C85-EA14B00122C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6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9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63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29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7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206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5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069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405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3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52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35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665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0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Note: Use </a:t>
            </a:r>
            <a:r>
              <a:rPr lang="en-US" err="1">
                <a:ea typeface="Calibri"/>
                <a:cs typeface="Calibri"/>
              </a:rPr>
              <a:t>Jupyeter</a:t>
            </a:r>
            <a:r>
              <a:rPr lang="en-US">
                <a:ea typeface="Calibri"/>
                <a:cs typeface="Calibri"/>
              </a:rPr>
              <a:t> File for this Exercise -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62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80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94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73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0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62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277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282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180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84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425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332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0800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199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83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6279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129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762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8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459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5189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91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436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10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3815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911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D4C31DA-14CA-CFBA-5089-9BCD0585380D}"/>
              </a:ext>
            </a:extLst>
          </p:cNvPr>
          <p:cNvGrpSpPr/>
          <p:nvPr userDrawn="1"/>
        </p:nvGrpSpPr>
        <p:grpSpPr>
          <a:xfrm>
            <a:off x="-21770" y="0"/>
            <a:ext cx="12213771" cy="6858000"/>
            <a:chOff x="-21770" y="0"/>
            <a:chExt cx="12213771" cy="6858000"/>
          </a:xfrm>
        </p:grpSpPr>
        <p:pic>
          <p:nvPicPr>
            <p:cNvPr id="6" name="Picture 5" descr="Tech Background&quot; Images – Browse 8,227 Stock Photos, Vectors, and Video |  Adobe Stock">
              <a:extLst>
                <a:ext uri="{FF2B5EF4-FFF2-40B4-BE49-F238E27FC236}">
                  <a16:creationId xmlns:a16="http://schemas.microsoft.com/office/drawing/2014/main" id="{912EDB8F-0820-57F6-5CDA-EEB6AC9EF3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" t="2332" r="1954" b="1250"/>
            <a:stretch>
              <a:fillRect/>
            </a:stretch>
          </p:blipFill>
          <p:spPr bwMode="auto">
            <a:xfrm>
              <a:off x="-21770" y="0"/>
              <a:ext cx="12213771" cy="6858000"/>
            </a:xfrm>
            <a:custGeom>
              <a:avLst/>
              <a:gdLst>
                <a:gd name="connsiteX0" fmla="*/ 0 w 12213771"/>
                <a:gd name="connsiteY0" fmla="*/ 0 h 6858000"/>
                <a:gd name="connsiteX1" fmla="*/ 12213771 w 12213771"/>
                <a:gd name="connsiteY1" fmla="*/ 0 h 6858000"/>
                <a:gd name="connsiteX2" fmla="*/ 12213771 w 12213771"/>
                <a:gd name="connsiteY2" fmla="*/ 6858000 h 6858000"/>
                <a:gd name="connsiteX3" fmla="*/ 0 w 1221377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13771" h="6858000">
                  <a:moveTo>
                    <a:pt x="0" y="0"/>
                  </a:moveTo>
                  <a:lnTo>
                    <a:pt x="12213771" y="0"/>
                  </a:lnTo>
                  <a:lnTo>
                    <a:pt x="1221377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530BAD-0593-FBF1-1D42-9B72719147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794" y="913775"/>
              <a:ext cx="5159490" cy="1423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351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hyperlink" Target="https://git-scm.com/download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225F15-9B21-01FF-BD6D-D04F30F7A091}"/>
              </a:ext>
            </a:extLst>
          </p:cNvPr>
          <p:cNvSpPr/>
          <p:nvPr/>
        </p:nvSpPr>
        <p:spPr>
          <a:xfrm>
            <a:off x="1" y="2788290"/>
            <a:ext cx="12192000" cy="8115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4400" b="1" dirty="0">
                <a:latin typeface="Calibri"/>
                <a:cs typeface="Calibri"/>
              </a:rPr>
              <a:t>DATA MANIPULATION WITH PANDAS &amp; DATA VISUALIZATION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3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076960" y="1131103"/>
            <a:ext cx="10038080" cy="3609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805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  Data Exploration</a:t>
            </a:r>
            <a:endParaRPr lang="en-US"/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Creating &amp; Saving Basic Plots Using Matplotlib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Creating Statistical Plots Using Seaborn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Exploring Relationships In Data: Pair Plot &amp; Heat Map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Practical Exercise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Git &amp;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Day 4: Agenda</a:t>
            </a:r>
          </a:p>
        </p:txBody>
      </p:sp>
    </p:spTree>
    <p:extLst>
      <p:ext uri="{BB962C8B-B14F-4D97-AF65-F5344CB8AC3E}">
        <p14:creationId xmlns:p14="http://schemas.microsoft.com/office/powerpoint/2010/main" val="423555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609120" y="174769"/>
            <a:ext cx="460025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Exploration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49904" y="1216631"/>
            <a:ext cx="11184228" cy="4620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exploration is a critical first step in data analysis because it:</a:t>
            </a:r>
            <a:endParaRPr lang="en-US" sz="2200" dirty="0">
              <a:latin typeface="Nunito"/>
            </a:endParaRPr>
          </a:p>
          <a:p>
            <a:pPr algn="just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Helps understand your data's structure and variables.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Detects and addresses data quality issues like missing values and outliers.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Validates data types and formats.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Guides data preprocessing decisions.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Reveals patterns and relationships.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Facilitates effective visualization.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Integrates domain knowledge.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4528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36458" y="174769"/>
            <a:ext cx="565654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Baic Data Exploration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62309" y="817238"/>
            <a:ext cx="5425299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Load the Data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r>
              <a:rPr lang="en-US" sz="2000" dirty="0">
                <a:latin typeface="Nunito"/>
                <a:ea typeface="+mn-lt"/>
                <a:cs typeface="+mn-lt"/>
              </a:rPr>
              <a:t>import pandas as pd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 dirty="0">
                <a:latin typeface="Nunito"/>
                <a:ea typeface="+mn-lt"/>
                <a:cs typeface="+mn-lt"/>
              </a:rPr>
              <a:t> = </a:t>
            </a:r>
            <a:r>
              <a:rPr lang="en-US" sz="2000" err="1">
                <a:latin typeface="Nunito"/>
                <a:ea typeface="+mn-lt"/>
                <a:cs typeface="+mn-lt"/>
              </a:rPr>
              <a:t>pd.read_csv</a:t>
            </a:r>
            <a:r>
              <a:rPr lang="en-US" sz="2000" dirty="0">
                <a:latin typeface="Nunito"/>
                <a:ea typeface="+mn-lt"/>
                <a:cs typeface="+mn-lt"/>
              </a:rPr>
              <a:t>('your_dataset.csv')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Check Dimensions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Df.shape</a:t>
            </a:r>
            <a:endParaRPr lang="en-US" sz="2000" err="1">
              <a:latin typeface="Nunito"/>
              <a:ea typeface="Calibri"/>
              <a:cs typeface="Calibri"/>
            </a:endParaRPr>
          </a:p>
          <a:p>
            <a:endParaRPr lang="en-US" sz="2000">
              <a:latin typeface="Nunito"/>
              <a:ea typeface="+mn-lt"/>
              <a:cs typeface="+mn-lt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View the Data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df.head</a:t>
            </a:r>
            <a:r>
              <a:rPr lang="en-US" sz="2000" dirty="0">
                <a:latin typeface="Nunito"/>
                <a:ea typeface="+mn-lt"/>
                <a:cs typeface="+mn-lt"/>
              </a:rPr>
              <a:t>()</a:t>
            </a:r>
            <a:endParaRPr lang="en-US" sz="2000" dirty="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Summary Statistics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df.describe</a:t>
            </a:r>
            <a:r>
              <a:rPr lang="en-US" sz="2000" dirty="0">
                <a:latin typeface="Nunito"/>
                <a:ea typeface="+mn-lt"/>
                <a:cs typeface="+mn-lt"/>
              </a:rPr>
              <a:t>()</a:t>
            </a:r>
            <a:endParaRPr lang="en-US" sz="2000" dirty="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Data Types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Df.dtypes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Missing Values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df.isnull</a:t>
            </a:r>
            <a:r>
              <a:rPr lang="en-US" sz="2000" dirty="0">
                <a:latin typeface="Nunito"/>
                <a:ea typeface="+mn-lt"/>
                <a:cs typeface="+mn-lt"/>
              </a:rPr>
              <a:t>().sum()</a:t>
            </a:r>
            <a:endParaRPr lang="en-US" sz="2000" dirty="0">
              <a:latin typeface="Nun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054B6-E84C-8E2C-CFFC-073DB3A2F15B}"/>
              </a:ext>
            </a:extLst>
          </p:cNvPr>
          <p:cNvSpPr txBox="1"/>
          <p:nvPr/>
        </p:nvSpPr>
        <p:spPr>
          <a:xfrm>
            <a:off x="6188115" y="817237"/>
            <a:ext cx="5425299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Unique Values</a:t>
            </a:r>
            <a:r>
              <a:rPr lang="en-US" sz="200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 (for categorical columns):</a:t>
            </a:r>
            <a:endParaRPr lang="en-US" sz="20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df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['</a:t>
            </a:r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categorical_column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'].</a:t>
            </a:r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value_counts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()</a:t>
            </a:r>
          </a:p>
          <a:p>
            <a:endParaRPr lang="en-US" sz="20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Data Distribution</a:t>
            </a:r>
            <a:r>
              <a:rPr lang="en-US" sz="20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(histogram):</a:t>
            </a:r>
            <a:endParaRPr lang="en-US" sz="2000">
              <a:latin typeface="Nunito"/>
            </a:endParaRPr>
          </a:p>
          <a:p>
            <a:r>
              <a:rPr lang="en-US" sz="2000">
                <a:latin typeface="Nunito"/>
                <a:ea typeface="+mn-lt"/>
                <a:cs typeface="+mn-lt"/>
              </a:rPr>
              <a:t>import </a:t>
            </a:r>
            <a:r>
              <a:rPr lang="en-US" sz="20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000">
                <a:latin typeface="Nunito"/>
                <a:ea typeface="+mn-lt"/>
                <a:cs typeface="+mn-lt"/>
              </a:rPr>
              <a:t> as </a:t>
            </a:r>
            <a:r>
              <a:rPr lang="en-US" sz="2000" err="1">
                <a:latin typeface="Nunito"/>
                <a:ea typeface="+mn-lt"/>
                <a:cs typeface="+mn-lt"/>
              </a:rPr>
              <a:t>plt</a:t>
            </a:r>
            <a:endParaRPr lang="en-US" sz="2000" err="1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</a:t>
            </a:r>
            <a:r>
              <a:rPr lang="en-US" sz="20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000">
                <a:latin typeface="Nunito"/>
                <a:ea typeface="+mn-lt"/>
                <a:cs typeface="+mn-lt"/>
              </a:rPr>
              <a:t>'].hist()</a:t>
            </a:r>
            <a:endParaRPr lang="en-US" sz="200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plt.show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  <a:endParaRPr lang="en-US" sz="2000">
              <a:latin typeface="Nunito"/>
            </a:endParaRPr>
          </a:p>
          <a:p>
            <a:endParaRPr lang="en-US" sz="2000">
              <a:latin typeface="Nunito"/>
              <a:ea typeface="+mn-lt"/>
              <a:cs typeface="+mn-lt"/>
            </a:endParaRPr>
          </a:p>
          <a:p>
            <a:r>
              <a:rPr lang="en-US" sz="2000" b="1">
                <a:latin typeface="Nunito"/>
                <a:ea typeface="+mn-lt"/>
                <a:cs typeface="+mn-lt"/>
              </a:rPr>
              <a:t>Correlation: </a:t>
            </a:r>
            <a:r>
              <a:rPr lang="en-US" sz="2000" err="1">
                <a:latin typeface="Nunito"/>
                <a:ea typeface="+mn-lt"/>
                <a:cs typeface="+mn-lt"/>
              </a:rPr>
              <a:t>df.corr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  <a:endParaRPr lang="en-US" sz="2000">
              <a:latin typeface="Nunito"/>
            </a:endParaRPr>
          </a:p>
          <a:p>
            <a:endParaRPr lang="en-US" sz="2000" b="1">
              <a:latin typeface="Nunito"/>
              <a:ea typeface="+mn-lt"/>
              <a:cs typeface="+mn-lt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Outliers</a:t>
            </a:r>
            <a:r>
              <a:rPr lang="en-US" sz="20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(box plot):</a:t>
            </a:r>
            <a:endParaRPr lang="en-US" sz="200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df.boxplot</a:t>
            </a:r>
            <a:r>
              <a:rPr lang="en-US" sz="2000">
                <a:latin typeface="Nunito"/>
                <a:ea typeface="+mn-lt"/>
                <a:cs typeface="+mn-lt"/>
              </a:rPr>
              <a:t>(column='</a:t>
            </a:r>
            <a:r>
              <a:rPr lang="en-US" sz="20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000">
                <a:latin typeface="Nunito"/>
                <a:ea typeface="+mn-lt"/>
                <a:cs typeface="+mn-lt"/>
              </a:rPr>
              <a:t>')</a:t>
            </a:r>
            <a:endParaRPr lang="en-US" sz="200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Visualization</a:t>
            </a:r>
            <a:r>
              <a:rPr lang="en-US" sz="2000">
                <a:solidFill>
                  <a:srgbClr val="000000"/>
                </a:solidFill>
                <a:latin typeface="Nunito"/>
                <a:ea typeface="+mn-lt"/>
                <a:cs typeface="+mn-lt"/>
              </a:rPr>
              <a:t> (scatter plot):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plt.scatter</a:t>
            </a:r>
            <a:r>
              <a:rPr lang="en-US" sz="2000">
                <a:latin typeface="Nunito"/>
                <a:ea typeface="+mn-lt"/>
                <a:cs typeface="+mn-lt"/>
              </a:rPr>
              <a:t>(</a:t>
            </a:r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['x'], </a:t>
            </a:r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['y'])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plt.xlabel</a:t>
            </a:r>
            <a:r>
              <a:rPr lang="en-US" sz="2000">
                <a:latin typeface="Nunito"/>
                <a:ea typeface="+mn-lt"/>
                <a:cs typeface="+mn-lt"/>
              </a:rPr>
              <a:t>('X')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plt.ylabel</a:t>
            </a:r>
            <a:r>
              <a:rPr lang="en-US" sz="2000">
                <a:latin typeface="Nunito"/>
                <a:ea typeface="+mn-lt"/>
                <a:cs typeface="+mn-lt"/>
              </a:rPr>
              <a:t>('Y')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plt.show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8803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84362" y="174769"/>
            <a:ext cx="70281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Handling Missing Values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15386" y="948617"/>
            <a:ext cx="10973653" cy="53399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Deletion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</a:p>
          <a:p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Remove rows with missing values:</a:t>
            </a:r>
            <a:endParaRPr lang="en-US" sz="2200">
              <a:latin typeface="Nunito"/>
            </a:endParaRPr>
          </a:p>
          <a:p>
            <a:pPr algn="just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df.dropna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Remove columns with many missing values: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df.drop</a:t>
            </a:r>
            <a:r>
              <a:rPr lang="en-US" sz="2200">
                <a:latin typeface="Nunito"/>
                <a:ea typeface="+mn-lt"/>
                <a:cs typeface="+mn-lt"/>
              </a:rPr>
              <a:t>('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</a:t>
            </a:r>
            <a:r>
              <a:rPr lang="en-US" sz="2200">
                <a:latin typeface="Nunito"/>
                <a:ea typeface="+mn-lt"/>
                <a:cs typeface="+mn-lt"/>
              </a:rPr>
              <a:t>', axis=1, </a:t>
            </a:r>
            <a:r>
              <a:rPr lang="en-US" sz="2200" err="1"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Imputation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Fill missing values with the mean: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200">
                <a:latin typeface="Nunito"/>
                <a:ea typeface="+mn-lt"/>
                <a:cs typeface="+mn-lt"/>
              </a:rPr>
              <a:t>'].</a:t>
            </a:r>
            <a:r>
              <a:rPr lang="en-US" sz="2200" err="1">
                <a:latin typeface="Nunito"/>
                <a:ea typeface="+mn-lt"/>
                <a:cs typeface="+mn-lt"/>
              </a:rPr>
              <a:t>fillna</a:t>
            </a:r>
            <a:r>
              <a:rPr lang="en-US" sz="2200">
                <a:latin typeface="Nunito"/>
                <a:ea typeface="+mn-lt"/>
                <a:cs typeface="+mn-lt"/>
              </a:rPr>
              <a:t>(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200">
                <a:latin typeface="Nunito"/>
                <a:ea typeface="+mn-lt"/>
                <a:cs typeface="+mn-lt"/>
              </a:rPr>
              <a:t>'].mean(), </a:t>
            </a:r>
            <a:r>
              <a:rPr lang="en-US" sz="2200" err="1"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Forward or backward fill: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df.ffill</a:t>
            </a:r>
            <a:r>
              <a:rPr lang="en-US" sz="2200">
                <a:latin typeface="Nunito"/>
                <a:ea typeface="+mn-lt"/>
                <a:cs typeface="+mn-lt"/>
              </a:rPr>
              <a:t>()  # Forward fill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df.bfill</a:t>
            </a:r>
            <a:r>
              <a:rPr lang="en-US" sz="2200">
                <a:latin typeface="Nunito"/>
                <a:ea typeface="+mn-lt"/>
                <a:cs typeface="+mn-lt"/>
              </a:rPr>
              <a:t>()  # Backward fill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Indicator Variables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column_name_missing</a:t>
            </a:r>
            <a:r>
              <a:rPr lang="en-US" sz="2200">
                <a:latin typeface="Nunito"/>
                <a:ea typeface="+mn-lt"/>
                <a:cs typeface="+mn-lt"/>
              </a:rPr>
              <a:t>'] =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</a:t>
            </a:r>
            <a:r>
              <a:rPr lang="en-US" sz="2200">
                <a:latin typeface="Nunito"/>
                <a:ea typeface="+mn-lt"/>
                <a:cs typeface="+mn-lt"/>
              </a:rPr>
              <a:t>'].</a:t>
            </a:r>
            <a:r>
              <a:rPr lang="en-US" sz="2200" err="1">
                <a:latin typeface="Nunito"/>
                <a:ea typeface="+mn-lt"/>
                <a:cs typeface="+mn-lt"/>
              </a:rPr>
              <a:t>isnull</a:t>
            </a:r>
            <a:r>
              <a:rPr lang="en-US" sz="2200">
                <a:latin typeface="Nunito"/>
                <a:ea typeface="+mn-lt"/>
                <a:cs typeface="+mn-lt"/>
              </a:rPr>
              <a:t>().</a:t>
            </a:r>
            <a:r>
              <a:rPr lang="en-US" sz="2200" err="1">
                <a:latin typeface="Nunito"/>
                <a:ea typeface="+mn-lt"/>
                <a:cs typeface="+mn-lt"/>
              </a:rPr>
              <a:t>astype</a:t>
            </a:r>
            <a:r>
              <a:rPr lang="en-US" sz="2200">
                <a:latin typeface="Nunito"/>
                <a:ea typeface="+mn-lt"/>
                <a:cs typeface="+mn-lt"/>
              </a:rPr>
              <a:t>(int)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82278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346362" y="253597"/>
            <a:ext cx="549888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Matplotlib Library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17482" y="1027445"/>
            <a:ext cx="11474002" cy="56361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Python Visualization Library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Matplotlib is a Python library.</a:t>
            </a:r>
            <a:endParaRPr lang="en-US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Wide Usage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It's used for creating 2D and 3D visualizations.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Ease of Use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Provides a user-friendly interface.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Flexibility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Offers extensive customization options.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Various Plot Types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Supports diverse plot types.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Easily integrates with other Python libraries.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Community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Active user community with extensive resources.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Publication Quality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Suitable for creating high-quality plots</a:t>
            </a:r>
          </a:p>
          <a:p>
            <a:pPr algn="just"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To import:</a:t>
            </a:r>
          </a:p>
          <a:p>
            <a:pPr lvl="1"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Import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matplotlib.pyplot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 as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plt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 </a:t>
            </a: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266A67D-1211-8D25-D282-DAB5A15CC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993" y="2498834"/>
            <a:ext cx="3300248" cy="11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0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67795" y="515330"/>
            <a:ext cx="10084074" cy="6348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>
                <a:latin typeface="Nunito"/>
                <a:ea typeface="+mn-lt"/>
                <a:cs typeface="+mn-lt"/>
              </a:rPr>
              <a:t>Line Plot: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import </a:t>
            </a:r>
            <a:r>
              <a:rPr lang="en-US" sz="22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>
                <a:latin typeface="Nunito"/>
                <a:ea typeface="+mn-lt"/>
                <a:cs typeface="+mn-lt"/>
              </a:rPr>
              <a:t> as </a:t>
            </a:r>
            <a:r>
              <a:rPr lang="en-US" sz="2200" err="1">
                <a:latin typeface="Nunito"/>
                <a:ea typeface="+mn-lt"/>
                <a:cs typeface="+mn-lt"/>
              </a:rPr>
              <a:t>plt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Sample data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x = [1, 2, 3, 4, 5]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y = [10, 14, 8, 20, 12]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Create a line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plt.plot</a:t>
            </a:r>
            <a:r>
              <a:rPr lang="en-US" sz="2200">
                <a:latin typeface="Nunito"/>
                <a:ea typeface="+mn-lt"/>
                <a:cs typeface="+mn-lt"/>
              </a:rPr>
              <a:t>(x, y, marker='o', </a:t>
            </a:r>
            <a:r>
              <a:rPr lang="en-US" sz="2200" err="1">
                <a:latin typeface="Nunito"/>
                <a:ea typeface="+mn-lt"/>
                <a:cs typeface="+mn-lt"/>
              </a:rPr>
              <a:t>linestyle</a:t>
            </a:r>
            <a:r>
              <a:rPr lang="en-US" sz="2200">
                <a:latin typeface="Nunito"/>
                <a:ea typeface="+mn-lt"/>
                <a:cs typeface="+mn-lt"/>
              </a:rPr>
              <a:t>='-', color='b', label='Line Plot')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Adding labels and a legend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>
                <a:latin typeface="Nunito"/>
                <a:ea typeface="+mn-lt"/>
                <a:cs typeface="+mn-lt"/>
              </a:rPr>
              <a:t>('X-axis')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>
                <a:latin typeface="Nunito"/>
                <a:ea typeface="+mn-lt"/>
                <a:cs typeface="+mn-lt"/>
              </a:rPr>
              <a:t>('Y-axis')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plt.title</a:t>
            </a:r>
            <a:r>
              <a:rPr lang="en-US" sz="2200">
                <a:latin typeface="Nunito"/>
                <a:ea typeface="+mn-lt"/>
                <a:cs typeface="+mn-lt"/>
              </a:rPr>
              <a:t>('Line Plot Example')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Show the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plt.show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graph with blue lines and points&#10;&#10;Description automatically generated">
            <a:extLst>
              <a:ext uri="{FF2B5EF4-FFF2-40B4-BE49-F238E27FC236}">
                <a16:creationId xmlns:a16="http://schemas.microsoft.com/office/drawing/2014/main" id="{80459A4B-5527-F2AA-2F2A-F5A24DCD1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758" y="3690102"/>
            <a:ext cx="4209392" cy="315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1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88512" y="515330"/>
            <a:ext cx="10084074" cy="6109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>
                <a:latin typeface="Nunito"/>
                <a:ea typeface="+mn-lt"/>
                <a:cs typeface="+mn-lt"/>
              </a:rPr>
              <a:t>Scatter Plot: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import </a:t>
            </a:r>
            <a:r>
              <a:rPr lang="en-US" sz="22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>
                <a:latin typeface="Nunito"/>
                <a:ea typeface="+mn-lt"/>
                <a:cs typeface="+mn-lt"/>
              </a:rPr>
              <a:t> as </a:t>
            </a:r>
            <a:r>
              <a:rPr lang="en-US" sz="2200" err="1">
                <a:latin typeface="Nunito"/>
                <a:ea typeface="+mn-lt"/>
                <a:cs typeface="+mn-lt"/>
              </a:rPr>
              <a:t>plt</a:t>
            </a: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Sample data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x = [1, 2, 3, 4, 5]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y = [10, 14, 8, 20, 12]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Create a scatter plot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plt.scatter</a:t>
            </a:r>
            <a:r>
              <a:rPr lang="en-US" sz="2200">
                <a:latin typeface="Nunito"/>
                <a:ea typeface="+mn-lt"/>
                <a:cs typeface="+mn-lt"/>
              </a:rPr>
              <a:t>(x, y, marker='o', color='r', label='Scatter Plot')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Adding labels and a legend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>
                <a:latin typeface="Nunito"/>
                <a:ea typeface="+mn-lt"/>
                <a:cs typeface="+mn-lt"/>
              </a:rPr>
              <a:t>('X-axis')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>
                <a:latin typeface="Nunito"/>
                <a:ea typeface="+mn-lt"/>
                <a:cs typeface="+mn-lt"/>
              </a:rPr>
              <a:t>('Y-axis')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plt.title</a:t>
            </a:r>
            <a:r>
              <a:rPr lang="en-US" sz="2200">
                <a:latin typeface="Nunito"/>
                <a:ea typeface="+mn-lt"/>
                <a:cs typeface="+mn-lt"/>
              </a:rPr>
              <a:t>('Scatter Plot Example')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Show the plot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plt.show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5" name="Picture 4" descr="A graph with red dots&#10;&#10;Description automatically generated">
            <a:extLst>
              <a:ext uri="{FF2B5EF4-FFF2-40B4-BE49-F238E27FC236}">
                <a16:creationId xmlns:a16="http://schemas.microsoft.com/office/drawing/2014/main" id="{7E4F4B43-5A1D-64AD-BC9E-B0FDD18FA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481" y="3607619"/>
            <a:ext cx="4320208" cy="32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56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88512" y="515330"/>
            <a:ext cx="11597563" cy="62940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>
                <a:latin typeface="Nunito"/>
                <a:ea typeface="+mn-lt"/>
                <a:cs typeface="+mn-lt"/>
              </a:rPr>
              <a:t>Bar Chart: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import </a:t>
            </a:r>
            <a:r>
              <a:rPr lang="en-US" sz="22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>
                <a:latin typeface="Nunito"/>
                <a:ea typeface="+mn-lt"/>
                <a:cs typeface="+mn-lt"/>
              </a:rPr>
              <a:t> as </a:t>
            </a:r>
            <a:r>
              <a:rPr lang="en-US" sz="2200" err="1">
                <a:latin typeface="Nunito"/>
                <a:ea typeface="+mn-lt"/>
                <a:cs typeface="+mn-lt"/>
              </a:rPr>
              <a:t>plt</a:t>
            </a:r>
            <a:endParaRPr lang="en-US" sz="2200">
              <a:latin typeface="Nunito"/>
              <a:ea typeface="+mn-lt"/>
              <a:cs typeface="+mn-lt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# Sample data</a:t>
            </a:r>
            <a:endParaRPr lang="en-US">
              <a:ea typeface="Calibri"/>
              <a:cs typeface="Calibri"/>
            </a:endParaRPr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categories = ['Category A', 'Category B', 'Category C', 'Category D']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values = [15, 24, 20, 30]</a:t>
            </a:r>
            <a:endParaRPr lang="en-US"/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# Create a bar chart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plt.bar</a:t>
            </a:r>
            <a:r>
              <a:rPr lang="en-US" sz="2200">
                <a:latin typeface="Nunito"/>
                <a:ea typeface="+mn-lt"/>
                <a:cs typeface="+mn-lt"/>
              </a:rPr>
              <a:t>(categories, values, color='g', alpha=0.7, label='Bar Chart')</a:t>
            </a:r>
            <a:endParaRPr lang="en-US"/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# Adding labels and a legend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>
                <a:latin typeface="Nunito"/>
                <a:ea typeface="+mn-lt"/>
                <a:cs typeface="+mn-lt"/>
              </a:rPr>
              <a:t>('Categories')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>
                <a:latin typeface="Nunito"/>
                <a:ea typeface="+mn-lt"/>
                <a:cs typeface="+mn-lt"/>
              </a:rPr>
              <a:t>('Values')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plt.title</a:t>
            </a:r>
            <a:r>
              <a:rPr lang="en-US" sz="2200">
                <a:latin typeface="Nunito"/>
                <a:ea typeface="+mn-lt"/>
                <a:cs typeface="+mn-lt"/>
              </a:rPr>
              <a:t>('Bar Chart Example')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/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>
                <a:latin typeface="Nunito"/>
                <a:ea typeface="+mn-lt"/>
                <a:cs typeface="+mn-lt"/>
              </a:rPr>
              <a:t># Show the plot</a:t>
            </a:r>
            <a:endParaRPr lang="en-US"/>
          </a:p>
          <a:p>
            <a:r>
              <a:rPr lang="en-US" sz="2200"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plt.show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bar chart with green bars&#10;&#10;Description automatically generated">
            <a:extLst>
              <a:ext uri="{FF2B5EF4-FFF2-40B4-BE49-F238E27FC236}">
                <a16:creationId xmlns:a16="http://schemas.microsoft.com/office/drawing/2014/main" id="{B19FA76C-6B7F-37AF-B2E5-C51412A12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648" y="3756134"/>
            <a:ext cx="4156841" cy="310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6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Customising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B52B11-AD8D-72AA-A637-AAAA2EF36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128528"/>
              </p:ext>
            </p:extLst>
          </p:nvPr>
        </p:nvGraphicFramePr>
        <p:xfrm>
          <a:off x="394137" y="893379"/>
          <a:ext cx="11336480" cy="583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351">
                  <a:extLst>
                    <a:ext uri="{9D8B030D-6E8A-4147-A177-3AD203B41FA5}">
                      <a16:colId xmlns:a16="http://schemas.microsoft.com/office/drawing/2014/main" val="2773552701"/>
                    </a:ext>
                  </a:extLst>
                </a:gridCol>
                <a:gridCol w="5645129">
                  <a:extLst>
                    <a:ext uri="{9D8B030D-6E8A-4147-A177-3AD203B41FA5}">
                      <a16:colId xmlns:a16="http://schemas.microsoft.com/office/drawing/2014/main" val="4149474084"/>
                    </a:ext>
                  </a:extLst>
                </a:gridCol>
              </a:tblGrid>
              <a:tr h="18122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xlabel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 and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ylabel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labels to the x-axis and y-axis.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plt.xlabel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('X-axis Label')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plt.ylabel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('Y-axis Label')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title()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Set a title for your plot.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plt.title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('Plot Title')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linewidth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Adjust the line width.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linewidth=2)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markersize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Change the size of markers.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plt.scatter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marker='o',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markersize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=8)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436489"/>
                  </a:ext>
                </a:extLst>
              </a:tr>
              <a:tr h="165537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legend()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Display a legend to distinguish multiple data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series.plt.plot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(x1, y1, label='Series 1')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(x2, y2, label='Series 2')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plt.legend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xlim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 and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ylim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Set specific limits for the x-axis and y-axis.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plt.xlim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(0, 10)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plt.ylim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(0, 30)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grid()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grid lines to the plot.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plt.grid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(True)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82640"/>
                  </a:ext>
                </a:extLst>
              </a:tr>
              <a:tr h="18910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color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Change the line or marker color.</a:t>
                      </a:r>
                      <a:endParaRPr lang="en-US" sz="1800" b="1" i="0" u="none" strike="noStrike" noProof="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color='blue')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linestyle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Modify the line style (e.g., '-', '--', '-.', ':').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linestyle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='--')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marker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Specify markers (e.g., 'o', 's', '^') for data points.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plt.scatter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marker='o')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text()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text annotations to the plot.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plt.text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(2, 25, 'Annotation Text',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fontsize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=12, color='red')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color-based visualizations.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plt.imshow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(data,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cmap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='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viridis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figure()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Adjust the figure size.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plt.figure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figsize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=(8, 6))</a:t>
                      </a:r>
                      <a:br>
                        <a:rPr lang="en-US" sz="1800">
                          <a:solidFill>
                            <a:schemeClr val="tx1"/>
                          </a:solidFill>
                          <a:latin typeface="Nunito"/>
                        </a:rPr>
                      </a:b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4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703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51283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 Matplotlib.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 your plot using </a:t>
            </a:r>
            <a:r>
              <a:rPr lang="en-US" sz="2200" b="1" err="1">
                <a:latin typeface="Nunito"/>
              </a:rPr>
              <a:t>plt.plot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</a:t>
            </a:r>
            <a:r>
              <a:rPr lang="en-US" sz="2200" b="1" err="1">
                <a:latin typeface="Nunito"/>
              </a:rPr>
              <a:t>plt.scatter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or any other plot function.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Customize the plot as needed (e.g., add labels and a title).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</a:t>
            </a:r>
            <a:r>
              <a:rPr lang="en-US" sz="2200" b="1" err="1">
                <a:latin typeface="Nunito"/>
              </a:rPr>
              <a:t>plt.savefig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to save the plot as an image file. You provide the file name with the desired file extension (e.g., 'my_plot.png', 'my_plot.pdf').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</a:rPr>
              <a:t># Save the plot as an image file (e.g., PNG) </a:t>
            </a:r>
          </a:p>
          <a:p>
            <a:pPr lvl="1">
              <a:lnSpc>
                <a:spcPct val="150000"/>
              </a:lnSpc>
            </a:pPr>
            <a:r>
              <a:rPr lang="en-US" sz="2200" b="1" err="1">
                <a:latin typeface="Nunito"/>
                <a:ea typeface="+mn-lt"/>
                <a:cs typeface="+mn-lt"/>
              </a:rPr>
              <a:t>plt.savefig</a:t>
            </a:r>
            <a:r>
              <a:rPr lang="en-US" sz="2200" b="1">
                <a:latin typeface="Nunito"/>
                <a:ea typeface="+mn-lt"/>
                <a:cs typeface="+mn-lt"/>
              </a:rPr>
              <a:t>('my_plot.png') </a:t>
            </a:r>
          </a:p>
          <a:p>
            <a:pPr lvl="1"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</a:rPr>
              <a:t># Save as PDF </a:t>
            </a:r>
          </a:p>
          <a:p>
            <a:pPr lvl="1">
              <a:lnSpc>
                <a:spcPct val="150000"/>
              </a:lnSpc>
            </a:pPr>
            <a:r>
              <a:rPr lang="en-US" sz="2200" b="1" err="1">
                <a:latin typeface="Nunito"/>
                <a:ea typeface="+mn-lt"/>
                <a:cs typeface="+mn-lt"/>
              </a:rPr>
              <a:t>plt.savefig</a:t>
            </a:r>
            <a:r>
              <a:rPr lang="en-US" sz="2200" b="1">
                <a:latin typeface="Nunito"/>
                <a:ea typeface="+mn-lt"/>
                <a:cs typeface="+mn-lt"/>
              </a:rPr>
              <a:t>('my_plot.pdf')</a:t>
            </a:r>
            <a:endParaRPr lang="en-US" sz="2200" b="1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355083" y="173624"/>
            <a:ext cx="363334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Saving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2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977091" y="1324627"/>
            <a:ext cx="11203882" cy="1708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Seaborn is a data visualization library.</a:t>
            </a:r>
            <a:endParaRPr lang="en-US" sz="24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Built on top of Matplotlib.</a:t>
            </a:r>
            <a:endParaRPr lang="en-US" sz="2400">
              <a:latin typeface="Nunito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Designed for creating beautiful and informative statistical plots.</a:t>
            </a:r>
            <a:endParaRPr lang="en-US" sz="2400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277773" y="197272"/>
            <a:ext cx="563556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Introducing Seaborn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EFC4D815-8933-B295-F110-AAFD63235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504" y="3366711"/>
            <a:ext cx="7824951" cy="22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4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47474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Enhanced Aesthetics: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Seaborn provides attractive default styles.</a:t>
            </a:r>
            <a:endParaRPr lang="en-US" sz="2200"/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Statistical Insights: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Offers functions for statistical visualization.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Efficiency: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Streamlined syntax for complex plots.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Integration: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Works seamlessly with Pandas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Advanced Features: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Multi-plot grids and customization options.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Professional's Choice: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Popular among data experts.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Matplotlib Extension: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Extends Matplotlib's capabilities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19511" y="197272"/>
            <a:ext cx="513106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Benefits of Seaborn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86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 Histogram: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endParaRPr lang="en-US" sz="2200" err="1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 err="1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("iris")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histogram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sns.histplot</a:t>
            </a:r>
            <a:r>
              <a:rPr lang="en-US" sz="2200">
                <a:latin typeface="Nunito"/>
              </a:rPr>
              <a:t>(data=data, x="</a:t>
            </a:r>
            <a:r>
              <a:rPr lang="en-US" sz="2200" err="1">
                <a:latin typeface="Nunito"/>
              </a:rPr>
              <a:t>sepal_length</a:t>
            </a:r>
            <a:r>
              <a:rPr lang="en-US" sz="2200">
                <a:latin typeface="Nunito"/>
              </a:rPr>
              <a:t>", </a:t>
            </a:r>
            <a:r>
              <a:rPr lang="en-US" sz="2200" err="1">
                <a:latin typeface="Nunito"/>
              </a:rPr>
              <a:t>kde</a:t>
            </a:r>
            <a:r>
              <a:rPr lang="en-US" sz="2200">
                <a:latin typeface="Nunito"/>
              </a:rPr>
              <a:t>=True)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("Sepal Length")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("Frequency")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("Histogram of Sepal Length")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pic>
        <p:nvPicPr>
          <p:cNvPr id="5" name="Picture 4" descr="A graph of a person with a blue line&#10;&#10;Description automatically generated">
            <a:extLst>
              <a:ext uri="{FF2B5EF4-FFF2-40B4-BE49-F238E27FC236}">
                <a16:creationId xmlns:a16="http://schemas.microsoft.com/office/drawing/2014/main" id="{1EAE1B0A-7F9F-373C-3C38-DE2E111E7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955" y="3119967"/>
            <a:ext cx="4972755" cy="373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30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 Box Plot: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box plot</a:t>
            </a:r>
          </a:p>
          <a:p>
            <a:r>
              <a:rPr lang="en-US" sz="2200" err="1">
                <a:latin typeface="Nunito"/>
              </a:rPr>
              <a:t>sns.boxplot</a:t>
            </a:r>
            <a:r>
              <a:rPr lang="en-US" sz="2200">
                <a:latin typeface="Nunito"/>
              </a:rPr>
              <a:t>(data=data, x="day", y="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", palette="Set2")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("Day")</a:t>
            </a: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("Total Bill")</a:t>
            </a: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("Box Plot of Total Bill by Day")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18B6B-082D-EACF-A288-08D74EC5D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734" y="3740856"/>
            <a:ext cx="4159015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5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2. Violin Plot: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violin plot</a:t>
            </a:r>
          </a:p>
          <a:p>
            <a:r>
              <a:rPr lang="en-US" sz="2200" err="1">
                <a:latin typeface="Nunito"/>
              </a:rPr>
              <a:t>sns.violinplot</a:t>
            </a:r>
            <a:r>
              <a:rPr lang="en-US" sz="2200">
                <a:latin typeface="Nunito"/>
              </a:rPr>
              <a:t>(data=data, x="day", y="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", palette="pastel")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("Day")</a:t>
            </a: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("Total Bill")</a:t>
            </a: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("Violin Plot of Total Bill by Day")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5" name="Picture 4" descr="A graph of a violin plot&#10;&#10;Description automatically generated">
            <a:extLst>
              <a:ext uri="{FF2B5EF4-FFF2-40B4-BE49-F238E27FC236}">
                <a16:creationId xmlns:a16="http://schemas.microsoft.com/office/drawing/2014/main" id="{16B7DB54-D2DD-FB41-6E6B-12077935D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289" y="3806708"/>
            <a:ext cx="4041913" cy="30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11260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972207"/>
            <a:ext cx="11004331" cy="51280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  Pair Plot: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Pair Plot is a visualization tool that helps explore relationships between multiple variables in a dataset.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It displays scatter plots for all possible pairs of numeric variables and histograms for the diagonal (self-comparisons).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Each scatter plot reveals how two variables interact, providing insights into correlations, trends, and potential patterns.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Pair plots are especially useful in exploratory data analysis (EDA) to identify interesting relationships and guide further analysis.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4005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83628" y="1439917"/>
            <a:ext cx="5596759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Pair Plot:</a:t>
            </a:r>
            <a:endParaRPr lang="en-US"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Load a sample dataset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("iris")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pair plot</a:t>
            </a:r>
          </a:p>
          <a:p>
            <a:r>
              <a:rPr lang="en-US" sz="2200" err="1">
                <a:latin typeface="Nunito"/>
              </a:rPr>
              <a:t>sns.pairplot</a:t>
            </a:r>
            <a:r>
              <a:rPr lang="en-US" sz="2200">
                <a:latin typeface="Nunito"/>
              </a:rPr>
              <a:t>(data, hue="species", markers=["o", "s", "D"])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875FA1FC-DB61-268A-FF68-431555EB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124" y="1507385"/>
            <a:ext cx="5969875" cy="53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9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11260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814552"/>
            <a:ext cx="11004331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2. Heat Map: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A Heat Map is a graphical representation of a correlation matrix.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It visualizes relationships between variables by assigning colors to represent the strength and direction of correlations.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Positive correlations are often shown in warm colors (e.g., red), while negative correlations are in cool colors (e.g., blue).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Heat maps are valuable for identifying which variables are strongly related and which are not, aiding in feature selection and understanding dependencies in the data.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Commonly used in data preprocessing, feature engineering, and identifying multicollinearity in regression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9908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446690" y="966951"/>
            <a:ext cx="6558455" cy="500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Heat Map:</a:t>
            </a:r>
            <a:endParaRPr lang="en-US"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Load the "tips" dataset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r>
              <a:rPr lang="en-US" sz="2200">
                <a:latin typeface="Nunito"/>
              </a:rPr>
              <a:t># Select relevant numeric columns</a:t>
            </a:r>
          </a:p>
          <a:p>
            <a:r>
              <a:rPr lang="en-US" sz="2200" err="1">
                <a:latin typeface="Nunito"/>
              </a:rPr>
              <a:t>numeric_data</a:t>
            </a:r>
            <a:r>
              <a:rPr lang="en-US" sz="2200">
                <a:latin typeface="Nunito"/>
              </a:rPr>
              <a:t> = data[['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', 'tip', 'size']]</a:t>
            </a:r>
          </a:p>
          <a:p>
            <a:r>
              <a:rPr lang="en-US" sz="2200">
                <a:latin typeface="Nunito"/>
              </a:rPr>
              <a:t># Calculate the correlation matrix</a:t>
            </a:r>
          </a:p>
          <a:p>
            <a:r>
              <a:rPr lang="en-US" sz="2200" err="1">
                <a:latin typeface="Nunito"/>
              </a:rPr>
              <a:t>correlation_matrix</a:t>
            </a:r>
            <a:r>
              <a:rPr lang="en-US" sz="2200">
                <a:latin typeface="Nunito"/>
              </a:rPr>
              <a:t> = </a:t>
            </a:r>
            <a:r>
              <a:rPr lang="en-US" sz="2200" err="1">
                <a:latin typeface="Nunito"/>
              </a:rPr>
              <a:t>numeric_data.corr</a:t>
            </a:r>
            <a:r>
              <a:rPr lang="en-US" sz="2200">
                <a:latin typeface="Nunito"/>
              </a:rPr>
              <a:t>()</a:t>
            </a:r>
          </a:p>
          <a:p>
            <a:r>
              <a:rPr lang="en-US" sz="2200">
                <a:latin typeface="Nunito"/>
              </a:rPr>
              <a:t># Create a heat map</a:t>
            </a:r>
          </a:p>
          <a:p>
            <a:r>
              <a:rPr lang="en-US" sz="2200" err="1">
                <a:latin typeface="Nunito"/>
              </a:rPr>
              <a:t>sns.heatmap</a:t>
            </a:r>
            <a:r>
              <a:rPr lang="en-US" sz="2200">
                <a:latin typeface="Nunito"/>
              </a:rPr>
              <a:t>(</a:t>
            </a:r>
            <a:r>
              <a:rPr lang="en-US" sz="2200" err="1">
                <a:latin typeface="Nunito"/>
              </a:rPr>
              <a:t>correlation_matrix</a:t>
            </a:r>
            <a:r>
              <a:rPr lang="en-US" sz="2200">
                <a:latin typeface="Nunito"/>
              </a:rPr>
              <a:t>, </a:t>
            </a:r>
            <a:r>
              <a:rPr lang="en-US" sz="2200" err="1">
                <a:latin typeface="Nunito"/>
              </a:rPr>
              <a:t>annot</a:t>
            </a:r>
            <a:r>
              <a:rPr lang="en-US" sz="2200">
                <a:latin typeface="Nunito"/>
              </a:rPr>
              <a:t>=True, </a:t>
            </a:r>
            <a:r>
              <a:rPr lang="en-US" sz="2200" err="1">
                <a:latin typeface="Nunito"/>
              </a:rPr>
              <a:t>cmap</a:t>
            </a:r>
            <a:r>
              <a:rPr lang="en-US" sz="2200">
                <a:latin typeface="Nunito"/>
              </a:rPr>
              <a:t>="</a:t>
            </a:r>
            <a:r>
              <a:rPr lang="en-US" sz="2200" err="1">
                <a:latin typeface="Nunito"/>
              </a:rPr>
              <a:t>coolwarm</a:t>
            </a:r>
            <a:r>
              <a:rPr lang="en-US" sz="2200">
                <a:latin typeface="Nunito"/>
              </a:rPr>
              <a:t>")</a:t>
            </a: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7" name="Picture 6" descr="A red and blue squares with numbers&#10;&#10;Description automatically generated">
            <a:extLst>
              <a:ext uri="{FF2B5EF4-FFF2-40B4-BE49-F238E27FC236}">
                <a16:creationId xmlns:a16="http://schemas.microsoft.com/office/drawing/2014/main" id="{F42C1DAF-2741-9A58-8C85-EA14B0012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393" y="2591314"/>
            <a:ext cx="5691352" cy="426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Practical Exercise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28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&amp; GitHub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DD395-9644-8B53-6F4A-1185793B8742}"/>
              </a:ext>
            </a:extLst>
          </p:cNvPr>
          <p:cNvSpPr txBox="1"/>
          <p:nvPr/>
        </p:nvSpPr>
        <p:spPr>
          <a:xfrm>
            <a:off x="257505" y="1508235"/>
            <a:ext cx="4997668" cy="360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is a version control system.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helps you keep track of code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is used to collaborate on 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>
              <a:latin typeface="Nunito"/>
              <a:ea typeface="Verdana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Verdana"/>
              </a:rPr>
              <a:t>Git Download &amp; Install</a:t>
            </a:r>
          </a:p>
          <a:p>
            <a:pPr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  <a:hlinkClick r:id="rId4"/>
              </a:rPr>
              <a:t>https://git-scm.com/downloads</a:t>
            </a:r>
            <a:endParaRPr lang="en-US">
              <a:latin typeface="Nuni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ABF002-660A-01D8-5111-D9A25D950CD8}"/>
              </a:ext>
            </a:extLst>
          </p:cNvPr>
          <p:cNvGrpSpPr/>
          <p:nvPr/>
        </p:nvGrpSpPr>
        <p:grpSpPr>
          <a:xfrm>
            <a:off x="5023945" y="1695065"/>
            <a:ext cx="7015662" cy="3950191"/>
            <a:chOff x="4913586" y="1595217"/>
            <a:chExt cx="7015662" cy="3950191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27D7F26-BA6D-0581-423F-26165E7025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097" r="-76" b="129"/>
            <a:stretch/>
          </p:blipFill>
          <p:spPr>
            <a:xfrm>
              <a:off x="4913586" y="1595217"/>
              <a:ext cx="7015662" cy="39501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AAE267-DD87-4AFA-573A-E277779A674F}"/>
                </a:ext>
              </a:extLst>
            </p:cNvPr>
            <p:cNvSpPr/>
            <p:nvPr/>
          </p:nvSpPr>
          <p:spPr>
            <a:xfrm>
              <a:off x="7204841" y="2727434"/>
              <a:ext cx="1749972" cy="725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Git - Logo Downloads">
            <a:extLst>
              <a:ext uri="{FF2B5EF4-FFF2-40B4-BE49-F238E27FC236}">
                <a16:creationId xmlns:a16="http://schemas.microsoft.com/office/drawing/2014/main" id="{F006EC10-F40A-9815-42FE-9C90BEAD9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1027" y="300530"/>
            <a:ext cx="885825" cy="885825"/>
          </a:xfrm>
          <a:prstGeom prst="rect">
            <a:avLst/>
          </a:prstGeom>
        </p:spPr>
      </p:pic>
      <p:pic>
        <p:nvPicPr>
          <p:cNvPr id="10" name="Picture 9" descr="Github Logo - Free social media icons">
            <a:extLst>
              <a:ext uri="{FF2B5EF4-FFF2-40B4-BE49-F238E27FC236}">
                <a16:creationId xmlns:a16="http://schemas.microsoft.com/office/drawing/2014/main" id="{5E8C12B6-60B2-560C-BE04-C6BF7527E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4046" y="265872"/>
            <a:ext cx="9620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85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058B09-B593-8DEA-7B76-E1B75B971191}"/>
              </a:ext>
            </a:extLst>
          </p:cNvPr>
          <p:cNvGrpSpPr/>
          <p:nvPr/>
        </p:nvGrpSpPr>
        <p:grpSpPr>
          <a:xfrm>
            <a:off x="371797" y="1369908"/>
            <a:ext cx="5410499" cy="4343480"/>
            <a:chOff x="371797" y="1369908"/>
            <a:chExt cx="5410499" cy="4343480"/>
          </a:xfrm>
        </p:grpSpPr>
        <p:pic>
          <p:nvPicPr>
            <p:cNvPr id="9" name="Picture 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751BAC2-5A84-E4BC-46CE-59022DDFB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211" t="5406" r="776" b="146"/>
            <a:stretch/>
          </p:blipFill>
          <p:spPr>
            <a:xfrm>
              <a:off x="371797" y="1369908"/>
              <a:ext cx="5410499" cy="434348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FC0610-4C45-81A4-EDB9-AE755A1B9113}"/>
                </a:ext>
              </a:extLst>
            </p:cNvPr>
            <p:cNvSpPr/>
            <p:nvPr/>
          </p:nvSpPr>
          <p:spPr>
            <a:xfrm>
              <a:off x="3063766" y="1508234"/>
              <a:ext cx="2296509" cy="55179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7CE196-DCA0-BFB9-E244-78CF3854C61B}"/>
                </a:ext>
              </a:extLst>
            </p:cNvPr>
            <p:cNvSpPr/>
            <p:nvPr/>
          </p:nvSpPr>
          <p:spPr>
            <a:xfrm>
              <a:off x="451945" y="2575032"/>
              <a:ext cx="1355834" cy="29954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B8DF63-D1AE-E5DC-0D6D-F7A4CB4AFF2F}"/>
              </a:ext>
            </a:extLst>
          </p:cNvPr>
          <p:cNvGrpSpPr/>
          <p:nvPr/>
        </p:nvGrpSpPr>
        <p:grpSpPr>
          <a:xfrm>
            <a:off x="6159487" y="1368973"/>
            <a:ext cx="5585399" cy="4351282"/>
            <a:chOff x="6159487" y="1368973"/>
            <a:chExt cx="5585399" cy="4351282"/>
          </a:xfrm>
        </p:grpSpPr>
        <p:pic>
          <p:nvPicPr>
            <p:cNvPr id="10" name="Picture 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C4A4209-534E-52EB-468D-DB8C98A4B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59487" y="1368973"/>
              <a:ext cx="5585399" cy="43512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5F3A87-B65C-773F-0B1A-5EC25617DC94}"/>
                </a:ext>
              </a:extLst>
            </p:cNvPr>
            <p:cNvSpPr/>
            <p:nvPr/>
          </p:nvSpPr>
          <p:spPr>
            <a:xfrm>
              <a:off x="9753599" y="5286702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8889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3A90DE-401A-2CB6-BCD9-369826D1E743}"/>
              </a:ext>
            </a:extLst>
          </p:cNvPr>
          <p:cNvGrpSpPr/>
          <p:nvPr/>
        </p:nvGrpSpPr>
        <p:grpSpPr>
          <a:xfrm>
            <a:off x="268438" y="1368972"/>
            <a:ext cx="5569634" cy="4353339"/>
            <a:chOff x="268438" y="1368972"/>
            <a:chExt cx="5569634" cy="4353339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5977474-5F10-A977-AA2A-3D4C70632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438" y="1368972"/>
              <a:ext cx="5569634" cy="43533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8BBDE-1996-7BA2-A023-16153C4B3AA7}"/>
                </a:ext>
              </a:extLst>
            </p:cNvPr>
            <p:cNvSpPr/>
            <p:nvPr/>
          </p:nvSpPr>
          <p:spPr>
            <a:xfrm>
              <a:off x="3848156" y="5275964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236D6A-0A8F-CF49-BC4C-C605D2C79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140" y="1374913"/>
            <a:ext cx="5569634" cy="4353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565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3A90DE-401A-2CB6-BCD9-369826D1E743}"/>
              </a:ext>
            </a:extLst>
          </p:cNvPr>
          <p:cNvGrpSpPr/>
          <p:nvPr/>
        </p:nvGrpSpPr>
        <p:grpSpPr>
          <a:xfrm>
            <a:off x="268438" y="1279633"/>
            <a:ext cx="5553868" cy="4658139"/>
            <a:chOff x="268438" y="1368972"/>
            <a:chExt cx="5569634" cy="4353339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5977474-5F10-A977-AA2A-3D4C70632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438" y="1368972"/>
              <a:ext cx="5569634" cy="43533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8BBDE-1996-7BA2-A023-16153C4B3AA7}"/>
                </a:ext>
              </a:extLst>
            </p:cNvPr>
            <p:cNvSpPr/>
            <p:nvPr/>
          </p:nvSpPr>
          <p:spPr>
            <a:xfrm>
              <a:off x="3848156" y="5275964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236D6A-0A8F-CF49-BC4C-C605D2C79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519" y="1327616"/>
            <a:ext cx="5884943" cy="4610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533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0FA6DD-4F4E-AC0D-12B4-C91CE8D31BB3}"/>
              </a:ext>
            </a:extLst>
          </p:cNvPr>
          <p:cNvGrpSpPr/>
          <p:nvPr/>
        </p:nvGrpSpPr>
        <p:grpSpPr>
          <a:xfrm>
            <a:off x="1855076" y="1068771"/>
            <a:ext cx="8476592" cy="5110474"/>
            <a:chOff x="1855076" y="1068771"/>
            <a:chExt cx="8476592" cy="5110474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E0542DC-AF4D-6B6B-2EA8-604D20EBA0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474" b="-105"/>
            <a:stretch/>
          </p:blipFill>
          <p:spPr>
            <a:xfrm>
              <a:off x="1855076" y="1068771"/>
              <a:ext cx="8476592" cy="51093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9CC991-62A1-E56A-82ED-5C9374DEDCCF}"/>
                </a:ext>
              </a:extLst>
            </p:cNvPr>
            <p:cNvSpPr/>
            <p:nvPr/>
          </p:nvSpPr>
          <p:spPr>
            <a:xfrm>
              <a:off x="3191637" y="5791250"/>
              <a:ext cx="1620947" cy="38799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105FAC-6482-7678-1523-F82D679B831D}"/>
                </a:ext>
              </a:extLst>
            </p:cNvPr>
            <p:cNvSpPr/>
            <p:nvPr/>
          </p:nvSpPr>
          <p:spPr>
            <a:xfrm>
              <a:off x="3428120" y="1697470"/>
              <a:ext cx="1037623" cy="47733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74B49C-7096-4753-35E4-4CE9BD9E5C0D}"/>
                </a:ext>
              </a:extLst>
            </p:cNvPr>
            <p:cNvSpPr/>
            <p:nvPr/>
          </p:nvSpPr>
          <p:spPr>
            <a:xfrm>
              <a:off x="5714120" y="2732740"/>
              <a:ext cx="943031" cy="30916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5986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71E68-3E70-4C60-8FF3-22CE7CE1FC8D}"/>
              </a:ext>
            </a:extLst>
          </p:cNvPr>
          <p:cNvSpPr txBox="1"/>
          <p:nvPr/>
        </p:nvSpPr>
        <p:spPr>
          <a:xfrm>
            <a:off x="578069" y="1273122"/>
            <a:ext cx="11028321" cy="48268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+mn-lt"/>
                <a:cs typeface="+mn-lt"/>
              </a:rPr>
              <a:t>What is Git?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Version Control: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is a version control system.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Created by Linus Torvalds: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Developed by Linus Torvalds in 2005, maintained by Junio Hamano.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Usage: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It's used for tracking code changes, identifying contributors, and facilitating coding collaboration.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endParaRPr lang="en-US" sz="220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What Git Does: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Manages Repositories: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manages projects using repositories.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Cloning: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You can clone a project for local work.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Staging and Committing: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Control and track changes through staging and committing.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Branch and Merge: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Create branches for different project versions.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Pull and Push: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Pull the latest version and push local updates.</a:t>
            </a:r>
            <a:endParaRPr lang="en-US" sz="2200">
              <a:latin typeface="Nunito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70622AA-4037-3D50-E24B-24BE1F2CDD14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Introduction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83291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Introduction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71E68-3E70-4C60-8FF3-22CE7CE1FC8D}"/>
              </a:ext>
            </a:extLst>
          </p:cNvPr>
          <p:cNvSpPr txBox="1"/>
          <p:nvPr/>
        </p:nvSpPr>
        <p:spPr>
          <a:xfrm>
            <a:off x="662152" y="1415012"/>
            <a:ext cx="11028321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+mn-lt"/>
                <a:cs typeface="+mn-lt"/>
              </a:rPr>
              <a:t>How Git Works:</a:t>
            </a:r>
            <a:endParaRPr lang="en-US" sz="220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Initialization: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Initialize Git in a folder to create a repository.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Tracking Changes: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monitors changes in files.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Staging: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Select files to stage.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Committing: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Staged files are committed, creating a permanent snapshot.</a:t>
            </a:r>
            <a:endParaRPr lang="en-US" sz="220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Commit History: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keeps a full history of every commit.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Reverting: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You can revert to any previous commit.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Efficiency: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tracks changes, not separate copies of files in every commit.</a:t>
            </a:r>
            <a:endParaRPr lang="en-US" sz="220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8154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0EBC1F6-D0C3-4379-BFEC-83775936BA5F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0F6299-4A42-2F01-2028-8ECFA85166E1}"/>
              </a:ext>
            </a:extLst>
          </p:cNvPr>
          <p:cNvGrpSpPr/>
          <p:nvPr/>
        </p:nvGrpSpPr>
        <p:grpSpPr>
          <a:xfrm>
            <a:off x="5444359" y="1164842"/>
            <a:ext cx="6421820" cy="4854133"/>
            <a:chOff x="5334000" y="1243670"/>
            <a:chExt cx="6421820" cy="4854133"/>
          </a:xfrm>
        </p:grpSpPr>
        <p:pic>
          <p:nvPicPr>
            <p:cNvPr id="7" name="Picture 6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36089BA5-6F7A-C779-AA6A-1DE9C7236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0" y="1243670"/>
              <a:ext cx="6421820" cy="485413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5449C6-8E17-ABEA-F9D3-B223483C140C}"/>
                </a:ext>
              </a:extLst>
            </p:cNvPr>
            <p:cNvSpPr/>
            <p:nvPr/>
          </p:nvSpPr>
          <p:spPr>
            <a:xfrm>
              <a:off x="5335747" y="2102119"/>
              <a:ext cx="2283098" cy="3406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A82F93-093E-B00E-0B4A-0AD655BE5648}"/>
                </a:ext>
              </a:extLst>
            </p:cNvPr>
            <p:cNvSpPr/>
            <p:nvPr/>
          </p:nvSpPr>
          <p:spPr>
            <a:xfrm>
              <a:off x="5335746" y="3205705"/>
              <a:ext cx="5183953" cy="3722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6B1A50-CF2F-4093-4D6C-421F10ACCF0C}"/>
                </a:ext>
              </a:extLst>
            </p:cNvPr>
            <p:cNvSpPr/>
            <p:nvPr/>
          </p:nvSpPr>
          <p:spPr>
            <a:xfrm>
              <a:off x="5335746" y="4072808"/>
              <a:ext cx="6345346" cy="356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189188" y="2002220"/>
            <a:ext cx="519736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200">
                <a:latin typeface="Nunito"/>
                <a:ea typeface="Calibri"/>
                <a:cs typeface="Calibri"/>
              </a:rPr>
              <a:t>To check the installed git version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E3A03-84F5-2822-4FC3-19798F94E0F7}"/>
              </a:ext>
            </a:extLst>
          </p:cNvPr>
          <p:cNvSpPr txBox="1"/>
          <p:nvPr/>
        </p:nvSpPr>
        <p:spPr>
          <a:xfrm>
            <a:off x="189187" y="2932386"/>
            <a:ext cx="52026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2.  Username for every repository on your computer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ABB56-35E1-A181-9936-FEA85295A3AA}"/>
              </a:ext>
            </a:extLst>
          </p:cNvPr>
          <p:cNvSpPr txBox="1"/>
          <p:nvPr/>
        </p:nvSpPr>
        <p:spPr>
          <a:xfrm>
            <a:off x="246993" y="3815253"/>
            <a:ext cx="508700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3.  E-mail for every repository on your computer</a:t>
            </a:r>
          </a:p>
        </p:txBody>
      </p:sp>
    </p:spTree>
    <p:extLst>
      <p:ext uri="{BB962C8B-B14F-4D97-AF65-F5344CB8AC3E}">
        <p14:creationId xmlns:p14="http://schemas.microsoft.com/office/powerpoint/2010/main" val="4241783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2033753" y="2002220"/>
            <a:ext cx="308478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200">
                <a:latin typeface="Nunito"/>
                <a:ea typeface="Calibri"/>
                <a:cs typeface="Calibri"/>
              </a:rPr>
              <a:t>Creating Git Folder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E3A03-84F5-2822-4FC3-19798F94E0F7}"/>
              </a:ext>
            </a:extLst>
          </p:cNvPr>
          <p:cNvSpPr txBox="1"/>
          <p:nvPr/>
        </p:nvSpPr>
        <p:spPr>
          <a:xfrm>
            <a:off x="2864070" y="3515711"/>
            <a:ext cx="220717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3.  Initialize Git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635DA-AE83-DD7D-A1FC-2E9DCAED8E78}"/>
              </a:ext>
            </a:extLst>
          </p:cNvPr>
          <p:cNvSpPr txBox="1"/>
          <p:nvPr/>
        </p:nvSpPr>
        <p:spPr>
          <a:xfrm>
            <a:off x="972208" y="2596055"/>
            <a:ext cx="414632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2.  changes the current working directory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255DF-A259-78FC-C08A-C94FD77895A3}"/>
              </a:ext>
            </a:extLst>
          </p:cNvPr>
          <p:cNvGrpSpPr/>
          <p:nvPr/>
        </p:nvGrpSpPr>
        <p:grpSpPr>
          <a:xfrm>
            <a:off x="189187" y="4373294"/>
            <a:ext cx="4929354" cy="2420665"/>
            <a:chOff x="189187" y="4373294"/>
            <a:chExt cx="4929354" cy="2420665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257B699-FAF7-9D44-4A7B-9DD7A001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20311" b="-285"/>
            <a:stretch/>
          </p:blipFill>
          <p:spPr>
            <a:xfrm>
              <a:off x="189187" y="4373294"/>
              <a:ext cx="4929354" cy="24206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6DFEFA-B897-A231-7803-A2111F4E9903}"/>
                </a:ext>
              </a:extLst>
            </p:cNvPr>
            <p:cNvSpPr/>
            <p:nvPr/>
          </p:nvSpPr>
          <p:spPr>
            <a:xfrm>
              <a:off x="1410133" y="5213181"/>
              <a:ext cx="2346160" cy="303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B9EE85-A5D4-661F-74F5-78E46A101E70}"/>
                </a:ext>
              </a:extLst>
            </p:cNvPr>
            <p:cNvSpPr/>
            <p:nvPr/>
          </p:nvSpPr>
          <p:spPr>
            <a:xfrm>
              <a:off x="1557278" y="5938395"/>
              <a:ext cx="1368698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44D35-A23E-F827-4722-EC9C4BBB96EF}"/>
              </a:ext>
            </a:extLst>
          </p:cNvPr>
          <p:cNvGrpSpPr/>
          <p:nvPr/>
        </p:nvGrpSpPr>
        <p:grpSpPr>
          <a:xfrm>
            <a:off x="5249918" y="1310497"/>
            <a:ext cx="6857999" cy="4005777"/>
            <a:chOff x="5249918" y="1310497"/>
            <a:chExt cx="6857999" cy="4005777"/>
          </a:xfrm>
        </p:grpSpPr>
        <p:pic>
          <p:nvPicPr>
            <p:cNvPr id="4" name="Picture 3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73A60832-5714-0243-C293-AB9F1AB59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9918" y="1310497"/>
              <a:ext cx="6857999" cy="400577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5449C6-8E17-ABEA-F9D3-B223483C140C}"/>
                </a:ext>
              </a:extLst>
            </p:cNvPr>
            <p:cNvSpPr/>
            <p:nvPr/>
          </p:nvSpPr>
          <p:spPr>
            <a:xfrm>
              <a:off x="5251666" y="2790547"/>
              <a:ext cx="1526353" cy="3985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A82F93-093E-B00E-0B4A-0AD655BE5648}"/>
                </a:ext>
              </a:extLst>
            </p:cNvPr>
            <p:cNvSpPr/>
            <p:nvPr/>
          </p:nvSpPr>
          <p:spPr>
            <a:xfrm>
              <a:off x="5251664" y="3578822"/>
              <a:ext cx="1368698" cy="3091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5125B1-DADB-4A8C-DAF9-9B935EAA3AA1}"/>
                </a:ext>
              </a:extLst>
            </p:cNvPr>
            <p:cNvSpPr/>
            <p:nvPr/>
          </p:nvSpPr>
          <p:spPr>
            <a:xfrm>
              <a:off x="5298962" y="2075843"/>
              <a:ext cx="1810132" cy="3985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1B062D2-96CE-88D2-E4A6-C413CDFC0A0B}"/>
                </a:ext>
              </a:extLst>
            </p:cNvPr>
            <p:cNvCxnSpPr/>
            <p:nvPr/>
          </p:nvCxnSpPr>
          <p:spPr>
            <a:xfrm>
              <a:off x="6868511" y="3003330"/>
              <a:ext cx="2144109" cy="32582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72B150-B5F4-95C6-4A50-9B41FF1A87A0}"/>
                </a:ext>
              </a:extLst>
            </p:cNvPr>
            <p:cNvSpPr/>
            <p:nvPr/>
          </p:nvSpPr>
          <p:spPr>
            <a:xfrm>
              <a:off x="9545140" y="4314546"/>
              <a:ext cx="911498" cy="2934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F6AD4C8A-1698-5CD6-4C74-A6C5257409EE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788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1534511" y="1261241"/>
            <a:ext cx="755168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Let's add/create files in folder "</a:t>
            </a:r>
            <a:r>
              <a:rPr lang="en-US" sz="2200" err="1">
                <a:latin typeface="Nunito"/>
                <a:ea typeface="Calibri"/>
                <a:cs typeface="Calibri"/>
              </a:rPr>
              <a:t>myproject</a:t>
            </a:r>
            <a:r>
              <a:rPr lang="en-US" sz="2200">
                <a:latin typeface="Nunito"/>
                <a:ea typeface="Calibri"/>
                <a:cs typeface="Calibri"/>
              </a:rPr>
              <a:t>"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1C3417-BB1C-DF3B-41D1-C152B23BBBCD}"/>
              </a:ext>
            </a:extLst>
          </p:cNvPr>
          <p:cNvGrpSpPr/>
          <p:nvPr/>
        </p:nvGrpSpPr>
        <p:grpSpPr>
          <a:xfrm>
            <a:off x="1660635" y="2082657"/>
            <a:ext cx="8565935" cy="4001227"/>
            <a:chOff x="2391104" y="2366436"/>
            <a:chExt cx="6385040" cy="2850346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A73ACBC-E1C2-782C-E60B-62F32A141A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6019" b="-185"/>
            <a:stretch/>
          </p:blipFill>
          <p:spPr>
            <a:xfrm>
              <a:off x="2391104" y="2366436"/>
              <a:ext cx="6385040" cy="28503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6DFEFA-B897-A231-7803-A2111F4E9903}"/>
                </a:ext>
              </a:extLst>
            </p:cNvPr>
            <p:cNvSpPr/>
            <p:nvPr/>
          </p:nvSpPr>
          <p:spPr>
            <a:xfrm>
              <a:off x="3554243" y="3053305"/>
              <a:ext cx="2882187" cy="2881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B9EE85-A5D4-661F-74F5-78E46A101E70}"/>
                </a:ext>
              </a:extLst>
            </p:cNvPr>
            <p:cNvSpPr/>
            <p:nvPr/>
          </p:nvSpPr>
          <p:spPr>
            <a:xfrm>
              <a:off x="3685623" y="3594588"/>
              <a:ext cx="4805580" cy="8189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3330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056292" y="893379"/>
            <a:ext cx="466133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ls</a:t>
            </a:r>
            <a:r>
              <a:rPr lang="en-US" sz="2200">
                <a:latin typeface="Nunito"/>
                <a:ea typeface="Calibri"/>
                <a:cs typeface="Calibri"/>
              </a:rPr>
              <a:t> will list the files in the directory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76D09-6A87-FF32-40E6-169310F64C8D}"/>
              </a:ext>
            </a:extLst>
          </p:cNvPr>
          <p:cNvSpPr txBox="1"/>
          <p:nvPr/>
        </p:nvSpPr>
        <p:spPr>
          <a:xfrm>
            <a:off x="704195" y="1650123"/>
            <a:ext cx="501343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git status to</a:t>
            </a:r>
            <a:r>
              <a:rPr lang="en-US" sz="2200">
                <a:latin typeface="Nunito"/>
                <a:ea typeface="Calibri"/>
                <a:cs typeface="Calibri"/>
              </a:rPr>
              <a:t> see if files are a part of our repo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60F88-6697-FFD8-4B91-4A066452C334}"/>
              </a:ext>
            </a:extLst>
          </p:cNvPr>
          <p:cNvSpPr txBox="1"/>
          <p:nvPr/>
        </p:nvSpPr>
        <p:spPr>
          <a:xfrm>
            <a:off x="173424" y="3946634"/>
            <a:ext cx="554420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Index.html file to be staged/added in repo.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EA2CD-2D04-33AB-67DA-A8A11D87E2B1}"/>
              </a:ext>
            </a:extLst>
          </p:cNvPr>
          <p:cNvSpPr txBox="1"/>
          <p:nvPr/>
        </p:nvSpPr>
        <p:spPr>
          <a:xfrm>
            <a:off x="2601312" y="4472151"/>
            <a:ext cx="311631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Check the status again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4357FA-9EF6-B0A3-3540-0CBC752A7130}"/>
              </a:ext>
            </a:extLst>
          </p:cNvPr>
          <p:cNvGrpSpPr/>
          <p:nvPr/>
        </p:nvGrpSpPr>
        <p:grpSpPr>
          <a:xfrm>
            <a:off x="5785945" y="816407"/>
            <a:ext cx="6143304" cy="5960698"/>
            <a:chOff x="5785945" y="816407"/>
            <a:chExt cx="6143304" cy="5960698"/>
          </a:xfrm>
        </p:grpSpPr>
        <p:pic>
          <p:nvPicPr>
            <p:cNvPr id="3" name="Picture 2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A3DFAA8E-3A54-67E2-9F60-1082F5BFD3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026" r="-97" b="7773"/>
            <a:stretch/>
          </p:blipFill>
          <p:spPr>
            <a:xfrm>
              <a:off x="5785945" y="816407"/>
              <a:ext cx="6143304" cy="59606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0220A1-87C5-A2BC-7E44-1F7F154B2EA6}"/>
                </a:ext>
              </a:extLst>
            </p:cNvPr>
            <p:cNvSpPr/>
            <p:nvPr/>
          </p:nvSpPr>
          <p:spPr>
            <a:xfrm>
              <a:off x="5787693" y="914450"/>
              <a:ext cx="690781" cy="3459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A01DA1-7D85-8D80-4DB7-26CA4C365331}"/>
                </a:ext>
              </a:extLst>
            </p:cNvPr>
            <p:cNvSpPr/>
            <p:nvPr/>
          </p:nvSpPr>
          <p:spPr>
            <a:xfrm>
              <a:off x="5787693" y="1650173"/>
              <a:ext cx="1636712" cy="2513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7C0B6E-6A37-0792-2645-1491D30F6C45}"/>
                </a:ext>
              </a:extLst>
            </p:cNvPr>
            <p:cNvSpPr/>
            <p:nvPr/>
          </p:nvSpPr>
          <p:spPr>
            <a:xfrm>
              <a:off x="5787693" y="3957195"/>
              <a:ext cx="1904725" cy="2828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33E6A8E-F51D-0402-FCED-580276D530CF}"/>
                </a:ext>
              </a:extLst>
            </p:cNvPr>
            <p:cNvSpPr/>
            <p:nvPr/>
          </p:nvSpPr>
          <p:spPr>
            <a:xfrm>
              <a:off x="5787692" y="4482711"/>
              <a:ext cx="1904725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932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480361" y="1006022"/>
            <a:ext cx="883577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Git Commit: </a:t>
            </a:r>
            <a:endParaRPr lang="en-US"/>
          </a:p>
          <a:p>
            <a:pPr marL="800100" lvl="1" indent="-342900">
              <a:buFont typeface="Arial"/>
              <a:buChar char="•"/>
            </a:pPr>
            <a:r>
              <a:rPr lang="en-US" sz="2200">
                <a:latin typeface="Nunito"/>
                <a:ea typeface="Calibri"/>
                <a:cs typeface="Calibri"/>
              </a:rPr>
              <a:t>To move from stage to commit for our repo.</a:t>
            </a:r>
            <a:endParaRPr lang="en-US"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>
                <a:latin typeface="Nunito"/>
                <a:ea typeface="Calibri"/>
                <a:cs typeface="Calibri"/>
              </a:rPr>
              <a:t>Include message while commit.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5B38AFD8-9162-D67B-3505-24D11C7D8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250" y="2208695"/>
            <a:ext cx="8586951" cy="4238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212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180816" y="1011277"/>
            <a:ext cx="9088019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Let's make these changes in index.html file (open with notepad)</a:t>
            </a:r>
          </a:p>
          <a:p>
            <a:endParaRPr lang="en-US" sz="2200">
              <a:solidFill>
                <a:srgbClr val="0000CD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!DOCTYPE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head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title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Hello World!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/title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link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</a:t>
            </a:r>
            <a:r>
              <a:rPr lang="en-US" sz="2200" err="1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rel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="stylesheet"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</a:t>
            </a:r>
            <a:r>
              <a:rPr lang="en-US" sz="2200" err="1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href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="bluestyle.css"&gt;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/head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body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h1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Hello world!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/h1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This is the first file in my new Git Repo.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A new line in our file!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/body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680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9988" y="1324627"/>
            <a:ext cx="4645426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latin typeface="Nunito"/>
                <a:ea typeface="Verdana"/>
              </a:rPr>
              <a:t>--short option to see the changes in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  <a:ea typeface="Verdana"/>
            </a:endParaRPr>
          </a:p>
          <a:p>
            <a:endParaRPr lang="en-US" sz="2200">
              <a:latin typeface="Nunito"/>
              <a:ea typeface="Verdana"/>
            </a:endParaRPr>
          </a:p>
          <a:p>
            <a:r>
              <a:rPr lang="en-US" sz="2200">
                <a:latin typeface="Nunito"/>
                <a:ea typeface="Verdana"/>
              </a:rPr>
              <a:t>Short status flags are: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?? - Untracked files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A - Files added to stage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M - Modified files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D - Deleted files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Verdana"/>
            </a:endParaRPr>
          </a:p>
          <a:p>
            <a:endParaRPr lang="en-US" sz="2200">
              <a:latin typeface="Nunito"/>
              <a:ea typeface="Verdana"/>
            </a:endParaRPr>
          </a:p>
          <a:p>
            <a:r>
              <a:rPr lang="en-US" sz="2200">
                <a:solidFill>
                  <a:srgbClr val="DC143C"/>
                </a:solidFill>
                <a:latin typeface="Nunito"/>
                <a:ea typeface="Verdana"/>
              </a:rPr>
              <a:t>log</a:t>
            </a:r>
            <a:r>
              <a:rPr lang="en-US" sz="2200">
                <a:latin typeface="Nunito"/>
                <a:ea typeface="Verdana"/>
              </a:rPr>
              <a:t> command to view the history of commits for a repository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4031A8-E3E1-1CA3-31F9-505D08C15990}"/>
              </a:ext>
            </a:extLst>
          </p:cNvPr>
          <p:cNvGrpSpPr/>
          <p:nvPr/>
        </p:nvGrpSpPr>
        <p:grpSpPr>
          <a:xfrm>
            <a:off x="4946864" y="826550"/>
            <a:ext cx="6866763" cy="5846031"/>
            <a:chOff x="4946864" y="826550"/>
            <a:chExt cx="6866763" cy="5846031"/>
          </a:xfrm>
        </p:grpSpPr>
        <p:pic>
          <p:nvPicPr>
            <p:cNvPr id="3" name="Picture 2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3073E25D-E4D7-CD57-C5DA-8F915A713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5628" y="826550"/>
              <a:ext cx="6857999" cy="584603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02C742-40D7-40EB-7AD7-02E407A9EC0E}"/>
                </a:ext>
              </a:extLst>
            </p:cNvPr>
            <p:cNvSpPr/>
            <p:nvPr/>
          </p:nvSpPr>
          <p:spPr>
            <a:xfrm>
              <a:off x="4952119" y="1587111"/>
              <a:ext cx="2167483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3D0DDD-B25F-0162-4F8C-F7ABA6E066A3}"/>
                </a:ext>
              </a:extLst>
            </p:cNvPr>
            <p:cNvSpPr/>
            <p:nvPr/>
          </p:nvSpPr>
          <p:spPr>
            <a:xfrm>
              <a:off x="4946864" y="2401663"/>
              <a:ext cx="5704214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EB4B44-0FB9-03D7-C1AA-142AC584CA14}"/>
                </a:ext>
              </a:extLst>
            </p:cNvPr>
            <p:cNvSpPr/>
            <p:nvPr/>
          </p:nvSpPr>
          <p:spPr>
            <a:xfrm>
              <a:off x="4957375" y="3426421"/>
              <a:ext cx="1153236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598B74-F274-972C-F055-03684A9C51FA}"/>
                </a:ext>
              </a:extLst>
            </p:cNvPr>
            <p:cNvSpPr/>
            <p:nvPr/>
          </p:nvSpPr>
          <p:spPr>
            <a:xfrm>
              <a:off x="5314726" y="5696655"/>
              <a:ext cx="3197497" cy="2198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66A867-2C05-92BE-2B78-4C74B337372C}"/>
                </a:ext>
              </a:extLst>
            </p:cNvPr>
            <p:cNvSpPr/>
            <p:nvPr/>
          </p:nvSpPr>
          <p:spPr>
            <a:xfrm>
              <a:off x="5409320" y="4466945"/>
              <a:ext cx="3533828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087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24388" y="972531"/>
            <a:ext cx="9958405" cy="51283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 Help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git </a:t>
            </a:r>
            <a:r>
              <a:rPr lang="en-US" sz="2200" i="1">
                <a:solidFill>
                  <a:srgbClr val="FF0000"/>
                </a:solidFill>
                <a:latin typeface="Nunito"/>
                <a:ea typeface="Verdana"/>
              </a:rPr>
              <a:t>command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 -help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</a:rPr>
              <a:t> -  See all the available options for the specific command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 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git help --all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</a:rPr>
              <a:t> -  See all possible commands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000000"/>
              </a:solidFill>
              <a:latin typeface="Nunito"/>
              <a:ea typeface="Verdana"/>
            </a:endParaRPr>
          </a:p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 -help See Options for a Specific Command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200">
                <a:solidFill>
                  <a:srgbClr val="FF0000"/>
                </a:solidFill>
                <a:latin typeface="Nunito"/>
              </a:rPr>
              <a:t>git commit –help</a:t>
            </a:r>
            <a:endParaRPr lang="en-US" sz="2200">
              <a:solidFill>
                <a:srgbClr val="FF0000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000000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cs typeface="Segoe UI"/>
              </a:rPr>
              <a:t>Git help --all See All Possible Commands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latin typeface="Nunito"/>
              </a:rPr>
              <a:t>$ git help --all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495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08623" y="767579"/>
            <a:ext cx="9958405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 Branch</a:t>
            </a:r>
            <a:endParaRPr lang="en-US" sz="2200" b="1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In Git, a </a:t>
            </a:r>
            <a:r>
              <a:rPr lang="en-US" sz="2200">
                <a:solidFill>
                  <a:srgbClr val="DC143C"/>
                </a:solidFill>
                <a:latin typeface="Nunito"/>
                <a:ea typeface="Verdana"/>
                <a:cs typeface="Segoe UI"/>
              </a:rPr>
              <a:t>branch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 is a new/separate version of the main repository.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Nunito"/>
                <a:ea typeface="Verdana"/>
                <a:cs typeface="Segoe UI"/>
              </a:rPr>
              <a:t>New Git Branch: Let add some new features to our </a:t>
            </a:r>
            <a:r>
              <a:rPr lang="en-US" sz="2200">
                <a:solidFill>
                  <a:srgbClr val="DC143C"/>
                </a:solidFill>
                <a:latin typeface="Nunito"/>
                <a:ea typeface="Verdana"/>
                <a:cs typeface="Segoe UI"/>
              </a:rPr>
              <a:t>index.html</a:t>
            </a:r>
            <a:r>
              <a:rPr lang="en-US" sz="2200">
                <a:latin typeface="Nunito"/>
                <a:ea typeface="Verdana"/>
                <a:cs typeface="Segoe UI"/>
              </a:rPr>
              <a:t> page.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BF1856A-0ECA-E1C7-B6B6-34031DF1C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944" y="2162719"/>
            <a:ext cx="6813901" cy="451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342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03364" y="1156234"/>
            <a:ext cx="492372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There are changes to our index.html, but the file is not staged for commit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img_hello_world.jpg is not tracked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Using --all instead of individual filenames will </a:t>
            </a: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 all changed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Check the status of the branch</a:t>
            </a:r>
          </a:p>
          <a:p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55F5166-86AE-44E2-6EE0-3A64DC1EC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379" y="1158551"/>
            <a:ext cx="6445125" cy="4980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047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71834" y="1045874"/>
            <a:ext cx="4452812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 the file, and commit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will commit them to the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have a new branch, that is different from the master branch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checkout is the command used to check out a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78C0E9C-8C83-B721-29C8-7873D7725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82" y="1048747"/>
            <a:ext cx="6688462" cy="46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256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71834" y="1045874"/>
            <a:ext cx="4452812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 the file, and commit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will commit them to the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have a new branch, that is different from the master branch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checkout is the command used to check out a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78C0E9C-8C83-B721-29C8-7873D7725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82" y="1048747"/>
            <a:ext cx="6688462" cy="46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86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71379" y="1471543"/>
            <a:ext cx="10690700" cy="36048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Version Control: 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GitHub uses Git for tracking code changes.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Code Hosting: 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It's a platform to host and share your code repositories.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Collaboration: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 Facilitates collaborative software development and teamwork.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Issue Tracking: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Helps manage project issues and milestones.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Pull Requests: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Enables code review and collaboration.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Community: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Fosters a developer community for open-source projects.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GitHub Pages: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Hosts static websites for documentation and more.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1249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753507" y="978015"/>
            <a:ext cx="2688672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+mn-lt"/>
                <a:cs typeface="+mn-lt"/>
                <a:hlinkClick r:id="rId3"/>
              </a:rPr>
              <a:t>https://github.com/</a:t>
            </a:r>
            <a:endParaRPr lang="en-US" sz="2200" b="1"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ED3A85-5908-3A02-83E9-A7C6578179CA}"/>
              </a:ext>
            </a:extLst>
          </p:cNvPr>
          <p:cNvGrpSpPr/>
          <p:nvPr/>
        </p:nvGrpSpPr>
        <p:grpSpPr>
          <a:xfrm>
            <a:off x="1625904" y="1624316"/>
            <a:ext cx="8937448" cy="4982101"/>
            <a:chOff x="1625904" y="1624316"/>
            <a:chExt cx="8937448" cy="4982101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00E9A1A-672C-C6A1-1B86-80143BF5FC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102"/>
            <a:stretch/>
          </p:blipFill>
          <p:spPr>
            <a:xfrm>
              <a:off x="1625904" y="1624316"/>
              <a:ext cx="8937448" cy="49821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5F6BA9-C53A-1D84-91F8-E2B29825D33C}"/>
                </a:ext>
              </a:extLst>
            </p:cNvPr>
            <p:cNvSpPr/>
            <p:nvPr/>
          </p:nvSpPr>
          <p:spPr>
            <a:xfrm>
              <a:off x="9287636" y="1881400"/>
              <a:ext cx="1147980" cy="4720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5761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81432" y="876568"/>
            <a:ext cx="5630654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Creating a Repository on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6373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DFE5EA-DBD8-F22E-41CE-BB9B750FCFD3}"/>
              </a:ext>
            </a:extLst>
          </p:cNvPr>
          <p:cNvGrpSpPr/>
          <p:nvPr/>
        </p:nvGrpSpPr>
        <p:grpSpPr>
          <a:xfrm>
            <a:off x="6308263" y="174955"/>
            <a:ext cx="5649309" cy="6463761"/>
            <a:chOff x="6308263" y="174955"/>
            <a:chExt cx="5649309" cy="6463761"/>
          </a:xfrm>
        </p:grpSpPr>
        <p:pic>
          <p:nvPicPr>
            <p:cNvPr id="7" name="Picture 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C4AC479-DCA5-7756-FCEC-CE1CCD33D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8263" y="174955"/>
              <a:ext cx="5649309" cy="646376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CE460F-14BA-9B84-409B-BF81043A9F77}"/>
                </a:ext>
              </a:extLst>
            </p:cNvPr>
            <p:cNvSpPr/>
            <p:nvPr/>
          </p:nvSpPr>
          <p:spPr>
            <a:xfrm>
              <a:off x="7868739" y="1198228"/>
              <a:ext cx="1526352" cy="6927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448CC8-1352-AC01-5B8F-384AFE4A63B4}"/>
                </a:ext>
              </a:extLst>
            </p:cNvPr>
            <p:cNvSpPr/>
            <p:nvPr/>
          </p:nvSpPr>
          <p:spPr>
            <a:xfrm>
              <a:off x="6607498" y="2117883"/>
              <a:ext cx="5215483" cy="613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F83880-031B-E9D8-D0B5-EB77DE68D50D}"/>
                </a:ext>
              </a:extLst>
            </p:cNvPr>
            <p:cNvSpPr/>
            <p:nvPr/>
          </p:nvSpPr>
          <p:spPr>
            <a:xfrm>
              <a:off x="6607498" y="2827331"/>
              <a:ext cx="3481276" cy="6454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8121C1-D609-F14E-E257-461C744CD4A1}"/>
                </a:ext>
              </a:extLst>
            </p:cNvPr>
            <p:cNvSpPr/>
            <p:nvPr/>
          </p:nvSpPr>
          <p:spPr>
            <a:xfrm>
              <a:off x="6607497" y="3584075"/>
              <a:ext cx="3481276" cy="5036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A50C7C-531E-57FA-3EB3-872C85AC5F70}"/>
                </a:ext>
              </a:extLst>
            </p:cNvPr>
            <p:cNvSpPr/>
            <p:nvPr/>
          </p:nvSpPr>
          <p:spPr>
            <a:xfrm>
              <a:off x="6607498" y="4198931"/>
              <a:ext cx="1463290" cy="4090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40050A-20F9-2FD8-FED9-DF67E6E01C00}"/>
                </a:ext>
              </a:extLst>
            </p:cNvPr>
            <p:cNvSpPr/>
            <p:nvPr/>
          </p:nvSpPr>
          <p:spPr>
            <a:xfrm>
              <a:off x="10675001" y="6232682"/>
              <a:ext cx="1211042" cy="3459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50BAB20-F244-5F75-D415-090900C3CF6B}"/>
              </a:ext>
            </a:extLst>
          </p:cNvPr>
          <p:cNvSpPr/>
          <p:nvPr/>
        </p:nvSpPr>
        <p:spPr>
          <a:xfrm>
            <a:off x="6607498" y="4198931"/>
            <a:ext cx="1463290" cy="409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484F45-6920-3585-A801-C458BF316501}"/>
              </a:ext>
            </a:extLst>
          </p:cNvPr>
          <p:cNvGrpSpPr/>
          <p:nvPr/>
        </p:nvGrpSpPr>
        <p:grpSpPr>
          <a:xfrm>
            <a:off x="243566" y="2521846"/>
            <a:ext cx="5610525" cy="2031962"/>
            <a:chOff x="243566" y="2521846"/>
            <a:chExt cx="5610525" cy="2031962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B06232E7-EECD-A4B8-15A0-36114F27DC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3" r="16078" b="47581"/>
            <a:stretch/>
          </p:blipFill>
          <p:spPr>
            <a:xfrm>
              <a:off x="243566" y="2521846"/>
              <a:ext cx="5605180" cy="20319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0BAB20-F244-5F75-D415-090900C3CF6B}"/>
                </a:ext>
              </a:extLst>
            </p:cNvPr>
            <p:cNvSpPr/>
            <p:nvPr/>
          </p:nvSpPr>
          <p:spPr>
            <a:xfrm>
              <a:off x="4895297" y="3127861"/>
              <a:ext cx="958794" cy="2934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317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65666" y="776720"/>
            <a:ext cx="5630654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Creating a Repository on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48BCC07-0DF2-0152-168C-A28CFA76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66" y="1334595"/>
            <a:ext cx="9107213" cy="5344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BAB20-F244-5F75-D415-090900C3CF6B}"/>
              </a:ext>
            </a:extLst>
          </p:cNvPr>
          <p:cNvSpPr/>
          <p:nvPr/>
        </p:nvSpPr>
        <p:spPr>
          <a:xfrm>
            <a:off x="7222353" y="3142641"/>
            <a:ext cx="911498" cy="409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2E275A-9067-ED17-55E3-2F53E45978A6}"/>
              </a:ext>
            </a:extLst>
          </p:cNvPr>
          <p:cNvSpPr/>
          <p:nvPr/>
        </p:nvSpPr>
        <p:spPr>
          <a:xfrm>
            <a:off x="7427304" y="4398626"/>
            <a:ext cx="643485" cy="472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689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17914" y="666521"/>
            <a:ext cx="5630654" cy="55752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Pushing Local Repository to GitHub</a:t>
            </a:r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B59EBC-75C1-B54D-3D34-57628997CE0E}"/>
              </a:ext>
            </a:extLst>
          </p:cNvPr>
          <p:cNvGrpSpPr/>
          <p:nvPr/>
        </p:nvGrpSpPr>
        <p:grpSpPr>
          <a:xfrm>
            <a:off x="1881352" y="1483986"/>
            <a:ext cx="7104994" cy="969340"/>
            <a:chOff x="1881352" y="1483986"/>
            <a:chExt cx="7104994" cy="96934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82E112A4-25AC-5E61-36AC-8546F54F1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1352" y="1483986"/>
              <a:ext cx="7104994" cy="9418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0BAB20-F244-5F75-D415-090900C3CF6B}"/>
                </a:ext>
              </a:extLst>
            </p:cNvPr>
            <p:cNvSpPr/>
            <p:nvPr/>
          </p:nvSpPr>
          <p:spPr>
            <a:xfrm>
              <a:off x="1883098" y="2149413"/>
              <a:ext cx="7012753" cy="303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8EF5C3-0337-3011-3F7F-B60E6A51E0A3}"/>
              </a:ext>
            </a:extLst>
          </p:cNvPr>
          <p:cNvGrpSpPr/>
          <p:nvPr/>
        </p:nvGrpSpPr>
        <p:grpSpPr>
          <a:xfrm>
            <a:off x="1881352" y="2705464"/>
            <a:ext cx="7099737" cy="3969552"/>
            <a:chOff x="1881352" y="2705464"/>
            <a:chExt cx="7099737" cy="3969552"/>
          </a:xfrm>
        </p:grpSpPr>
        <p:pic>
          <p:nvPicPr>
            <p:cNvPr id="6" name="Picture 5" descr="A computer screen shot of text&#10;&#10;Description automatically generated">
              <a:extLst>
                <a:ext uri="{FF2B5EF4-FFF2-40B4-BE49-F238E27FC236}">
                  <a16:creationId xmlns:a16="http://schemas.microsoft.com/office/drawing/2014/main" id="{521EBD13-5375-4479-C968-D99863F51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1352" y="2705464"/>
              <a:ext cx="7099737" cy="39695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2E275A-9067-ED17-55E3-2F53E45978A6}"/>
                </a:ext>
              </a:extLst>
            </p:cNvPr>
            <p:cNvSpPr/>
            <p:nvPr/>
          </p:nvSpPr>
          <p:spPr>
            <a:xfrm>
              <a:off x="1925139" y="2969219"/>
              <a:ext cx="3922712" cy="2986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4101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5536755" y="776880"/>
            <a:ext cx="5630654" cy="55752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Pushing Local Repository to GitHub</a:t>
            </a:r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273F0C-B782-A5E2-6E3B-FD2C19B1CC7C}"/>
              </a:ext>
            </a:extLst>
          </p:cNvPr>
          <p:cNvGrpSpPr/>
          <p:nvPr/>
        </p:nvGrpSpPr>
        <p:grpSpPr>
          <a:xfrm>
            <a:off x="617140" y="1223809"/>
            <a:ext cx="4236125" cy="5356541"/>
            <a:chOff x="617140" y="1223809"/>
            <a:chExt cx="4236125" cy="5356541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3F94CAE-1C6F-954A-257C-221F61B0E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140" y="1223809"/>
              <a:ext cx="4236125" cy="53565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0395DE-516C-66A3-BFEE-4A1340886EC7}"/>
                </a:ext>
              </a:extLst>
            </p:cNvPr>
            <p:cNvSpPr/>
            <p:nvPr/>
          </p:nvSpPr>
          <p:spPr>
            <a:xfrm>
              <a:off x="774256" y="3279274"/>
              <a:ext cx="1211044" cy="4090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404585-60FB-32A3-3FFC-15BA89893FE8}"/>
                </a:ext>
              </a:extLst>
            </p:cNvPr>
            <p:cNvSpPr/>
            <p:nvPr/>
          </p:nvSpPr>
          <p:spPr>
            <a:xfrm>
              <a:off x="1021249" y="5302516"/>
              <a:ext cx="879968" cy="3301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816108-90FA-5315-3C8C-1A24EF7D61FA}"/>
              </a:ext>
            </a:extLst>
          </p:cNvPr>
          <p:cNvGrpSpPr/>
          <p:nvPr/>
        </p:nvGrpSpPr>
        <p:grpSpPr>
          <a:xfrm>
            <a:off x="5087007" y="1394444"/>
            <a:ext cx="6868509" cy="5009787"/>
            <a:chOff x="5087007" y="1394444"/>
            <a:chExt cx="6868509" cy="5009787"/>
          </a:xfrm>
        </p:grpSpPr>
        <p:pic>
          <p:nvPicPr>
            <p:cNvPr id="15" name="Picture 1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D61772C-88FC-3B3A-B560-7833E9B4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7007" y="1394444"/>
              <a:ext cx="6868509" cy="500978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E25BBF-2EF6-C1FE-B8B2-D1AF0192410A}"/>
                </a:ext>
              </a:extLst>
            </p:cNvPr>
            <p:cNvSpPr/>
            <p:nvPr/>
          </p:nvSpPr>
          <p:spPr>
            <a:xfrm>
              <a:off x="5393553" y="3489481"/>
              <a:ext cx="2377692" cy="3301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E0B66F7-5B69-945C-BBD3-2B6D34A3CECF}"/>
                </a:ext>
              </a:extLst>
            </p:cNvPr>
            <p:cNvSpPr/>
            <p:nvPr/>
          </p:nvSpPr>
          <p:spPr>
            <a:xfrm>
              <a:off x="5393553" y="3899384"/>
              <a:ext cx="6466216" cy="23481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24795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 pitchFamily="2" charset="0"/>
              </a:rPr>
              <a:t>Thank You!!!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48</Slides>
  <Notes>41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20</cp:revision>
  <dcterms:created xsi:type="dcterms:W3CDTF">2020-12-23T13:36:00Z</dcterms:created>
  <dcterms:modified xsi:type="dcterms:W3CDTF">2024-07-16T07:38:35Z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