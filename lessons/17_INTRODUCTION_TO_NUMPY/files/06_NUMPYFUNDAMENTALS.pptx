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28"/>
  </p:notesMasterIdLst>
  <p:sldIdLst>
    <p:sldId id="257" r:id="rId2"/>
    <p:sldId id="566" r:id="rId3"/>
    <p:sldId id="287" r:id="rId4"/>
    <p:sldId id="314" r:id="rId5"/>
    <p:sldId id="316" r:id="rId6"/>
    <p:sldId id="332" r:id="rId7"/>
    <p:sldId id="333" r:id="rId8"/>
    <p:sldId id="334" r:id="rId9"/>
    <p:sldId id="335" r:id="rId10"/>
    <p:sldId id="336" r:id="rId11"/>
    <p:sldId id="339" r:id="rId12"/>
    <p:sldId id="340" r:id="rId13"/>
    <p:sldId id="337" r:id="rId14"/>
    <p:sldId id="342" r:id="rId15"/>
    <p:sldId id="338" r:id="rId16"/>
    <p:sldId id="341" r:id="rId17"/>
    <p:sldId id="354" r:id="rId18"/>
    <p:sldId id="353" r:id="rId19"/>
    <p:sldId id="352" r:id="rId20"/>
    <p:sldId id="351" r:id="rId21"/>
    <p:sldId id="350" r:id="rId22"/>
    <p:sldId id="349" r:id="rId23"/>
    <p:sldId id="348" r:id="rId24"/>
    <p:sldId id="347" r:id="rId25"/>
    <p:sldId id="346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4EBCAC-0A3D-B24F-5B22-193F22C7B74F}" v="1" dt="2024-07-16T07:38:32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9" autoAdjust="0"/>
    <p:restoredTop sz="92788" autoAdjust="0"/>
  </p:normalViewPr>
  <p:slideViewPr>
    <p:cSldViewPr snapToGrid="0">
      <p:cViewPr varScale="1">
        <p:scale>
          <a:sx n="67" d="100"/>
          <a:sy n="67" d="100"/>
        </p:scale>
        <p:origin x="8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EE4EBCAC-0A3D-B24F-5B22-193F22C7B74F}"/>
    <pc:docChg chg="addSld">
      <pc:chgData name="Suraj Chopade" userId="S::suraj.chopade@bostoninstituteofanalytics.org::dcc44ee8-6a65-4538-a5e1-c87e14ca7a61" providerId="AD" clId="Web-{EE4EBCAC-0A3D-B24F-5B22-193F22C7B74F}" dt="2024-07-16T07:38:32.019" v="0"/>
      <pc:docMkLst>
        <pc:docMk/>
      </pc:docMkLst>
      <pc:sldChg chg="add">
        <pc:chgData name="Suraj Chopade" userId="S::suraj.chopade@bostoninstituteofanalytics.org::dcc44ee8-6a65-4538-a5e1-c87e14ca7a61" providerId="AD" clId="Web-{EE4EBCAC-0A3D-B24F-5B22-193F22C7B74F}" dt="2024-07-16T07:38:32.019" v="0"/>
        <pc:sldMkLst>
          <pc:docMk/>
          <pc:sldMk cId="228880180" sldId="566"/>
        </pc:sldMkLst>
      </pc:sldChg>
    </pc:docChg>
  </pc:docChgLst>
  <pc:docChgLst>
    <pc:chgData name="Suraj Chopade" userId="S::suraj.chopade@bostoninstituteofanalytics.org::dcc44ee8-6a65-4538-a5e1-c87e14ca7a61" providerId="AD" clId="Web-{F6631CD3-5CF3-068F-EEFA-B484A8BF1555}"/>
    <pc:docChg chg="modSld">
      <pc:chgData name="Suraj Chopade" userId="S::suraj.chopade@bostoninstituteofanalytics.org::dcc44ee8-6a65-4538-a5e1-c87e14ca7a61" providerId="AD" clId="Web-{F6631CD3-5CF3-068F-EEFA-B484A8BF1555}" dt="2023-10-13T05:36:55.607" v="13"/>
      <pc:docMkLst>
        <pc:docMk/>
      </pc:docMkLst>
      <pc:sldChg chg="delSp">
        <pc:chgData name="Suraj Chopade" userId="S::suraj.chopade@bostoninstituteofanalytics.org::dcc44ee8-6a65-4538-a5e1-c87e14ca7a61" providerId="AD" clId="Web-{F6631CD3-5CF3-068F-EEFA-B484A8BF1555}" dt="2023-10-13T05:36:55.607" v="13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55.607" v="13"/>
          <ac:picMkLst>
            <pc:docMk/>
            <pc:sldMk cId="2503897231" sldId="28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14.637" v="0"/>
        <pc:sldMkLst>
          <pc:docMk/>
          <pc:sldMk cId="4235558439" sldId="287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14.637" v="0"/>
          <ac:picMkLst>
            <pc:docMk/>
            <pc:sldMk cId="4235558439" sldId="2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16.215" v="1"/>
        <pc:sldMkLst>
          <pc:docMk/>
          <pc:sldMk cId="1726830" sldId="314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16.215" v="1"/>
          <ac:picMkLst>
            <pc:docMk/>
            <pc:sldMk cId="1726830" sldId="31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0.106" v="2"/>
        <pc:sldMkLst>
          <pc:docMk/>
          <pc:sldMk cId="4253125332" sldId="316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0.106" v="2"/>
          <ac:picMkLst>
            <pc:docMk/>
            <pc:sldMk cId="4253125332" sldId="31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1.840" v="3"/>
        <pc:sldMkLst>
          <pc:docMk/>
          <pc:sldMk cId="693713431" sldId="332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1.840" v="3"/>
          <ac:picMkLst>
            <pc:docMk/>
            <pc:sldMk cId="693713431" sldId="33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4.247" v="4"/>
        <pc:sldMkLst>
          <pc:docMk/>
          <pc:sldMk cId="4254827648" sldId="333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4.247" v="4"/>
          <ac:picMkLst>
            <pc:docMk/>
            <pc:sldMk cId="4254827648" sldId="33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6.575" v="5"/>
        <pc:sldMkLst>
          <pc:docMk/>
          <pc:sldMk cId="1495372664" sldId="334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6.575" v="5"/>
          <ac:picMkLst>
            <pc:docMk/>
            <pc:sldMk cId="1495372664" sldId="33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8.200" v="6"/>
        <pc:sldMkLst>
          <pc:docMk/>
          <pc:sldMk cId="2391541824" sldId="335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8.200" v="6"/>
          <ac:picMkLst>
            <pc:docMk/>
            <pc:sldMk cId="2391541824" sldId="33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34.747" v="7"/>
        <pc:sldMkLst>
          <pc:docMk/>
          <pc:sldMk cId="3716890899" sldId="336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34.747" v="7"/>
          <ac:picMkLst>
            <pc:docMk/>
            <pc:sldMk cId="3716890899" sldId="33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42.826" v="10"/>
        <pc:sldMkLst>
          <pc:docMk/>
          <pc:sldMk cId="1795554002" sldId="337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42.826" v="10"/>
          <ac:picMkLst>
            <pc:docMk/>
            <pc:sldMk cId="1795554002" sldId="33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50.170" v="11"/>
        <pc:sldMkLst>
          <pc:docMk/>
          <pc:sldMk cId="2148243153" sldId="338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50.170" v="11"/>
          <ac:picMkLst>
            <pc:docMk/>
            <pc:sldMk cId="2148243153" sldId="33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37.169" v="8"/>
        <pc:sldMkLst>
          <pc:docMk/>
          <pc:sldMk cId="2285600836" sldId="339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37.169" v="8"/>
          <ac:picMkLst>
            <pc:docMk/>
            <pc:sldMk cId="2285600836" sldId="33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40.419" v="9"/>
        <pc:sldMkLst>
          <pc:docMk/>
          <pc:sldMk cId="208652236" sldId="340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40.419" v="9"/>
          <ac:picMkLst>
            <pc:docMk/>
            <pc:sldMk cId="208652236" sldId="34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52.639" v="12"/>
        <pc:sldMkLst>
          <pc:docMk/>
          <pc:sldMk cId="2546236837" sldId="341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52.639" v="12"/>
          <ac:picMkLst>
            <pc:docMk/>
            <pc:sldMk cId="2546236837" sldId="341"/>
            <ac:picMk id="6" creationId="{00000000-0000-0000-0000-00000000000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BAF72E5D-4D7B-3399-70A7-658FCD1A0E50}"/>
    <pc:docChg chg="sldOrd">
      <pc:chgData name="Suraj Chopade" userId="S::suraj.chopade@bostoninstituteofanalytics.org::dcc44ee8-6a65-4538-a5e1-c87e14ca7a61" providerId="AD" clId="Web-{BAF72E5D-4D7B-3399-70A7-658FCD1A0E50}" dt="2023-12-20T11:36:10.632" v="1"/>
      <pc:docMkLst>
        <pc:docMk/>
      </pc:docMkLst>
      <pc:sldChg chg="ord">
        <pc:chgData name="Suraj Chopade" userId="S::suraj.chopade@bostoninstituteofanalytics.org::dcc44ee8-6a65-4538-a5e1-c87e14ca7a61" providerId="AD" clId="Web-{BAF72E5D-4D7B-3399-70A7-658FCD1A0E50}" dt="2023-12-20T11:36:10.632" v="1"/>
        <pc:sldMkLst>
          <pc:docMk/>
          <pc:sldMk cId="1726830" sldId="314"/>
        </pc:sldMkLst>
      </pc:sldChg>
    </pc:docChg>
  </pc:docChgLst>
  <pc:docChgLst>
    <pc:chgData name="Suraj Chopade" userId="S::suraj.chopade@bostoninstituteofanalytics.org::dcc44ee8-6a65-4538-a5e1-c87e14ca7a61" providerId="AD" clId="Web-{9CE3A09C-1E21-101D-E65A-982DDE9C75F7}"/>
    <pc:docChg chg="modSld">
      <pc:chgData name="Suraj Chopade" userId="S::suraj.chopade@bostoninstituteofanalytics.org::dcc44ee8-6a65-4538-a5e1-c87e14ca7a61" providerId="AD" clId="Web-{9CE3A09C-1E21-101D-E65A-982DDE9C75F7}" dt="2023-10-07T06:47:25.363" v="53" actId="1076"/>
      <pc:docMkLst>
        <pc:docMk/>
      </pc:docMkLst>
      <pc:sldChg chg="modSp">
        <pc:chgData name="Suraj Chopade" userId="S::suraj.chopade@bostoninstituteofanalytics.org::dcc44ee8-6a65-4538-a5e1-c87e14ca7a61" providerId="AD" clId="Web-{9CE3A09C-1E21-101D-E65A-982DDE9C75F7}" dt="2023-10-07T06:41:02.178" v="0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9CE3A09C-1E21-101D-E65A-982DDE9C75F7}" dt="2023-10-07T06:41:02.178" v="0" actId="14100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9CE3A09C-1E21-101D-E65A-982DDE9C75F7}" dt="2023-10-07T06:41:32.851" v="15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9CE3A09C-1E21-101D-E65A-982DDE9C75F7}" dt="2023-10-07T06:41:32.851" v="15" actId="1076"/>
          <ac:spMkLst>
            <pc:docMk/>
            <pc:sldMk cId="693713431" sldId="332"/>
            <ac:spMk id="3" creationId="{39A0719D-FF26-C8B0-15D7-26754E0CE008}"/>
          </ac:spMkLst>
        </pc:spChg>
      </pc:sldChg>
      <pc:sldChg chg="addSp delSp">
        <pc:chgData name="Suraj Chopade" userId="S::suraj.chopade@bostoninstituteofanalytics.org::dcc44ee8-6a65-4538-a5e1-c87e14ca7a61" providerId="AD" clId="Web-{9CE3A09C-1E21-101D-E65A-982DDE9C75F7}" dt="2023-10-07T06:43:53.965" v="17"/>
        <pc:sldMkLst>
          <pc:docMk/>
          <pc:sldMk cId="4254827648" sldId="333"/>
        </pc:sldMkLst>
        <pc:spChg chg="del">
          <ac:chgData name="Suraj Chopade" userId="S::suraj.chopade@bostoninstituteofanalytics.org::dcc44ee8-6a65-4538-a5e1-c87e14ca7a61" providerId="AD" clId="Web-{9CE3A09C-1E21-101D-E65A-982DDE9C75F7}" dt="2023-10-07T06:43:53.497" v="16"/>
          <ac:spMkLst>
            <pc:docMk/>
            <pc:sldMk cId="4254827648" sldId="333"/>
            <ac:spMk id="3" creationId="{39A0719D-FF26-C8B0-15D7-26754E0CE008}"/>
          </ac:spMkLst>
        </pc:spChg>
        <pc:spChg chg="add">
          <ac:chgData name="Suraj Chopade" userId="S::suraj.chopade@bostoninstituteofanalytics.org::dcc44ee8-6a65-4538-a5e1-c87e14ca7a61" providerId="AD" clId="Web-{9CE3A09C-1E21-101D-E65A-982DDE9C75F7}" dt="2023-10-07T06:43:53.965" v="17"/>
          <ac:spMkLst>
            <pc:docMk/>
            <pc:sldMk cId="4254827648" sldId="333"/>
            <ac:spMk id="5" creationId="{FB6D12FF-24A4-2D75-AADF-4C1FB95CDA64}"/>
          </ac:spMkLst>
        </pc:spChg>
      </pc:sldChg>
      <pc:sldChg chg="addSp delSp">
        <pc:chgData name="Suraj Chopade" userId="S::suraj.chopade@bostoninstituteofanalytics.org::dcc44ee8-6a65-4538-a5e1-c87e14ca7a61" providerId="AD" clId="Web-{9CE3A09C-1E21-101D-E65A-982DDE9C75F7}" dt="2023-10-07T06:43:58.950" v="19"/>
        <pc:sldMkLst>
          <pc:docMk/>
          <pc:sldMk cId="1495372664" sldId="334"/>
        </pc:sldMkLst>
        <pc:spChg chg="del">
          <ac:chgData name="Suraj Chopade" userId="S::suraj.chopade@bostoninstituteofanalytics.org::dcc44ee8-6a65-4538-a5e1-c87e14ca7a61" providerId="AD" clId="Web-{9CE3A09C-1E21-101D-E65A-982DDE9C75F7}" dt="2023-10-07T06:43:58.512" v="18"/>
          <ac:spMkLst>
            <pc:docMk/>
            <pc:sldMk cId="1495372664" sldId="334"/>
            <ac:spMk id="3" creationId="{39A0719D-FF26-C8B0-15D7-26754E0CE008}"/>
          </ac:spMkLst>
        </pc:spChg>
        <pc:spChg chg="add">
          <ac:chgData name="Suraj Chopade" userId="S::suraj.chopade@bostoninstituteofanalytics.org::dcc44ee8-6a65-4538-a5e1-c87e14ca7a61" providerId="AD" clId="Web-{9CE3A09C-1E21-101D-E65A-982DDE9C75F7}" dt="2023-10-07T06:43:58.950" v="19"/>
          <ac:spMkLst>
            <pc:docMk/>
            <pc:sldMk cId="1495372664" sldId="334"/>
            <ac:spMk id="5" creationId="{1E440F3E-3770-BD51-B5A4-9DA9A277AAA1}"/>
          </ac:spMkLst>
        </pc:spChg>
      </pc:sldChg>
      <pc:sldChg chg="delSp modSp">
        <pc:chgData name="Suraj Chopade" userId="S::suraj.chopade@bostoninstituteofanalytics.org::dcc44ee8-6a65-4538-a5e1-c87e14ca7a61" providerId="AD" clId="Web-{9CE3A09C-1E21-101D-E65A-982DDE9C75F7}" dt="2023-10-07T06:44:28.357" v="26" actId="1076"/>
        <pc:sldMkLst>
          <pc:docMk/>
          <pc:sldMk cId="2391541824" sldId="335"/>
        </pc:sldMkLst>
        <pc:spChg chg="mod">
          <ac:chgData name="Suraj Chopade" userId="S::suraj.chopade@bostoninstituteofanalytics.org::dcc44ee8-6a65-4538-a5e1-c87e14ca7a61" providerId="AD" clId="Web-{9CE3A09C-1E21-101D-E65A-982DDE9C75F7}" dt="2023-10-07T06:44:21.513" v="23" actId="1076"/>
          <ac:spMkLst>
            <pc:docMk/>
            <pc:sldMk cId="2391541824" sldId="335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9CE3A09C-1E21-101D-E65A-982DDE9C75F7}" dt="2023-10-07T06:44:14.779" v="21"/>
          <ac:spMkLst>
            <pc:docMk/>
            <pc:sldMk cId="2391541824" sldId="335"/>
            <ac:spMk id="3" creationId="{39A0719D-FF26-C8B0-15D7-26754E0CE008}"/>
          </ac:spMkLst>
        </pc:spChg>
        <pc:picChg chg="mod">
          <ac:chgData name="Suraj Chopade" userId="S::suraj.chopade@bostoninstituteofanalytics.org::dcc44ee8-6a65-4538-a5e1-c87e14ca7a61" providerId="AD" clId="Web-{9CE3A09C-1E21-101D-E65A-982DDE9C75F7}" dt="2023-10-07T06:44:28.357" v="26" actId="1076"/>
          <ac:picMkLst>
            <pc:docMk/>
            <pc:sldMk cId="2391541824" sldId="335"/>
            <ac:picMk id="5" creationId="{7C5E2A08-C72C-9E48-C96A-FF26B6A39FA1}"/>
          </ac:picMkLst>
        </pc:picChg>
      </pc:sldChg>
      <pc:sldChg chg="modSp">
        <pc:chgData name="Suraj Chopade" userId="S::suraj.chopade@bostoninstituteofanalytics.org::dcc44ee8-6a65-4538-a5e1-c87e14ca7a61" providerId="AD" clId="Web-{9CE3A09C-1E21-101D-E65A-982DDE9C75F7}" dt="2023-10-07T06:45:36.922" v="44" actId="1076"/>
        <pc:sldMkLst>
          <pc:docMk/>
          <pc:sldMk cId="1795554002" sldId="337"/>
        </pc:sldMkLst>
        <pc:spChg chg="mod">
          <ac:chgData name="Suraj Chopade" userId="S::suraj.chopade@bostoninstituteofanalytics.org::dcc44ee8-6a65-4538-a5e1-c87e14ca7a61" providerId="AD" clId="Web-{9CE3A09C-1E21-101D-E65A-982DDE9C75F7}" dt="2023-10-07T06:45:36.922" v="44" actId="1076"/>
          <ac:spMkLst>
            <pc:docMk/>
            <pc:sldMk cId="1795554002" sldId="337"/>
            <ac:spMk id="3" creationId="{39A0719D-FF26-C8B0-15D7-26754E0CE008}"/>
          </ac:spMkLst>
        </pc:spChg>
      </pc:sldChg>
      <pc:sldChg chg="modSp">
        <pc:chgData name="Suraj Chopade" userId="S::suraj.chopade@bostoninstituteofanalytics.org::dcc44ee8-6a65-4538-a5e1-c87e14ca7a61" providerId="AD" clId="Web-{9CE3A09C-1E21-101D-E65A-982DDE9C75F7}" dt="2023-10-07T06:47:25.363" v="53" actId="1076"/>
        <pc:sldMkLst>
          <pc:docMk/>
          <pc:sldMk cId="2148243153" sldId="338"/>
        </pc:sldMkLst>
        <pc:spChg chg="mod">
          <ac:chgData name="Suraj Chopade" userId="S::suraj.chopade@bostoninstituteofanalytics.org::dcc44ee8-6a65-4538-a5e1-c87e14ca7a61" providerId="AD" clId="Web-{9CE3A09C-1E21-101D-E65A-982DDE9C75F7}" dt="2023-10-07T06:47:25.363" v="53" actId="1076"/>
          <ac:spMkLst>
            <pc:docMk/>
            <pc:sldMk cId="2148243153" sldId="338"/>
            <ac:spMk id="3" creationId="{39A0719D-FF26-C8B0-15D7-26754E0CE008}"/>
          </ac:spMkLst>
        </pc:spChg>
      </pc:sldChg>
      <pc:sldChg chg="addSp delSp modSp">
        <pc:chgData name="Suraj Chopade" userId="S::suraj.chopade@bostoninstituteofanalytics.org::dcc44ee8-6a65-4538-a5e1-c87e14ca7a61" providerId="AD" clId="Web-{9CE3A09C-1E21-101D-E65A-982DDE9C75F7}" dt="2023-10-07T06:45:15.421" v="36" actId="14100"/>
        <pc:sldMkLst>
          <pc:docMk/>
          <pc:sldMk cId="2285600836" sldId="339"/>
        </pc:sldMkLst>
        <pc:spChg chg="del">
          <ac:chgData name="Suraj Chopade" userId="S::suraj.chopade@bostoninstituteofanalytics.org::dcc44ee8-6a65-4538-a5e1-c87e14ca7a61" providerId="AD" clId="Web-{9CE3A09C-1E21-101D-E65A-982DDE9C75F7}" dt="2023-10-07T06:44:59.421" v="31"/>
          <ac:spMkLst>
            <pc:docMk/>
            <pc:sldMk cId="2285600836" sldId="33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9CE3A09C-1E21-101D-E65A-982DDE9C75F7}" dt="2023-10-07T06:45:15.421" v="36" actId="14100"/>
          <ac:spMkLst>
            <pc:docMk/>
            <pc:sldMk cId="2285600836" sldId="339"/>
            <ac:spMk id="4" creationId="{10E9E65B-D944-7F5E-8BA3-409C3CAE308B}"/>
          </ac:spMkLst>
        </pc:spChg>
      </pc:sldChg>
    </pc:docChg>
  </pc:docChgLst>
  <pc:docChgLst>
    <pc:chgData name="Guest User" userId="S::urn:spo:anon#e6e808196119b87ad253e0f3deaa916ff70be4b49634990b2b69806e60845b40::" providerId="AD" clId="Web-{CA8C076F-85FF-4D32-A2DB-9E48C0988F3F}"/>
    <pc:docChg chg="addSld delSld modSld">
      <pc:chgData name="Guest User" userId="S::urn:spo:anon#e6e808196119b87ad253e0f3deaa916ff70be4b49634990b2b69806e60845b40::" providerId="AD" clId="Web-{CA8C076F-85FF-4D32-A2DB-9E48C0988F3F}" dt="2023-10-25T10:22:34.615" v="225" actId="20577"/>
      <pc:docMkLst>
        <pc:docMk/>
      </pc:docMkLst>
      <pc:sldChg chg="modSp">
        <pc:chgData name="Guest User" userId="S::urn:spo:anon#e6e808196119b87ad253e0f3deaa916ff70be4b49634990b2b69806e60845b40::" providerId="AD" clId="Web-{CA8C076F-85FF-4D32-A2DB-9E48C0988F3F}" dt="2023-10-25T10:18:32.720" v="201" actId="20577"/>
        <pc:sldMkLst>
          <pc:docMk/>
          <pc:sldMk cId="4235558439" sldId="287"/>
        </pc:sldMkLst>
        <pc:spChg chg="mod">
          <ac:chgData name="Guest User" userId="S::urn:spo:anon#e6e808196119b87ad253e0f3deaa916ff70be4b49634990b2b69806e60845b40::" providerId="AD" clId="Web-{CA8C076F-85FF-4D32-A2DB-9E48C0988F3F}" dt="2023-10-25T10:18:32.720" v="201" actId="20577"/>
          <ac:spMkLst>
            <pc:docMk/>
            <pc:sldMk cId="4235558439" sldId="287"/>
            <ac:spMk id="3" creationId="{5FAF0B8B-2FA0-7D88-B529-85CF2FDB866C}"/>
          </ac:spMkLst>
        </pc:spChg>
      </pc:sldChg>
      <pc:sldChg chg="modSp">
        <pc:chgData name="Guest User" userId="S::urn:spo:anon#e6e808196119b87ad253e0f3deaa916ff70be4b49634990b2b69806e60845b40::" providerId="AD" clId="Web-{CA8C076F-85FF-4D32-A2DB-9E48C0988F3F}" dt="2023-10-25T09:49:53.335" v="162" actId="20577"/>
        <pc:sldMkLst>
          <pc:docMk/>
          <pc:sldMk cId="1795554002" sldId="337"/>
        </pc:sldMkLst>
        <pc:spChg chg="mod">
          <ac:chgData name="Guest User" userId="S::urn:spo:anon#e6e808196119b87ad253e0f3deaa916ff70be4b49634990b2b69806e60845b40::" providerId="AD" clId="Web-{CA8C076F-85FF-4D32-A2DB-9E48C0988F3F}" dt="2023-10-25T09:49:53.335" v="162" actId="20577"/>
          <ac:spMkLst>
            <pc:docMk/>
            <pc:sldMk cId="1795554002" sldId="337"/>
            <ac:spMk id="2" creationId="{F7761F45-99CF-5094-8BAE-64DDA34139B5}"/>
          </ac:spMkLst>
        </pc:spChg>
      </pc:sldChg>
      <pc:sldChg chg="modSp add replId">
        <pc:chgData name="Guest User" userId="S::urn:spo:anon#e6e808196119b87ad253e0f3deaa916ff70be4b49634990b2b69806e60845b40::" providerId="AD" clId="Web-{CA8C076F-85FF-4D32-A2DB-9E48C0988F3F}" dt="2023-10-25T10:22:34.615" v="225" actId="20577"/>
        <pc:sldMkLst>
          <pc:docMk/>
          <pc:sldMk cId="2057923268" sldId="342"/>
        </pc:sldMkLst>
        <pc:spChg chg="mod">
          <ac:chgData name="Guest User" userId="S::urn:spo:anon#e6e808196119b87ad253e0f3deaa916ff70be4b49634990b2b69806e60845b40::" providerId="AD" clId="Web-{CA8C076F-85FF-4D32-A2DB-9E48C0988F3F}" dt="2023-10-25T10:22:34.615" v="225" actId="20577"/>
          <ac:spMkLst>
            <pc:docMk/>
            <pc:sldMk cId="2057923268" sldId="342"/>
            <ac:spMk id="2" creationId="{F7761F45-99CF-5094-8BAE-64DDA34139B5}"/>
          </ac:spMkLst>
        </pc:spChg>
      </pc:sldChg>
      <pc:sldChg chg="new del">
        <pc:chgData name="Guest User" userId="S::urn:spo:anon#e6e808196119b87ad253e0f3deaa916ff70be4b49634990b2b69806e60845b40::" providerId="AD" clId="Web-{CA8C076F-85FF-4D32-A2DB-9E48C0988F3F}" dt="2023-10-25T09:54:24.792" v="165"/>
        <pc:sldMkLst>
          <pc:docMk/>
          <pc:sldMk cId="49254228" sldId="343"/>
        </pc:sldMkLst>
      </pc:sldChg>
      <pc:sldChg chg="add del">
        <pc:chgData name="Guest User" userId="S::urn:spo:anon#e6e808196119b87ad253e0f3deaa916ff70be4b49634990b2b69806e60845b40::" providerId="AD" clId="Web-{CA8C076F-85FF-4D32-A2DB-9E48C0988F3F}" dt="2023-10-25T09:55:37.121" v="177"/>
        <pc:sldMkLst>
          <pc:docMk/>
          <pc:sldMk cId="1867191800" sldId="344"/>
        </pc:sldMkLst>
      </pc:sldChg>
      <pc:sldChg chg="new del">
        <pc:chgData name="Guest User" userId="S::urn:spo:anon#e6e808196119b87ad253e0f3deaa916ff70be4b49634990b2b69806e60845b40::" providerId="AD" clId="Web-{CA8C076F-85FF-4D32-A2DB-9E48C0988F3F}" dt="2023-10-25T09:55:32.902" v="176"/>
        <pc:sldMkLst>
          <pc:docMk/>
          <pc:sldMk cId="4153834930" sldId="345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418" v="167"/>
        <pc:sldMkLst>
          <pc:docMk/>
          <pc:sldMk cId="1963361643" sldId="346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496" v="168"/>
        <pc:sldMkLst>
          <pc:docMk/>
          <pc:sldMk cId="1471096912" sldId="347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574" v="169"/>
        <pc:sldMkLst>
          <pc:docMk/>
          <pc:sldMk cId="2006315975" sldId="348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637" v="170"/>
        <pc:sldMkLst>
          <pc:docMk/>
          <pc:sldMk cId="183524422" sldId="349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762" v="171"/>
        <pc:sldMkLst>
          <pc:docMk/>
          <pc:sldMk cId="399831975" sldId="350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809" v="172"/>
        <pc:sldMkLst>
          <pc:docMk/>
          <pc:sldMk cId="2885799963" sldId="351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871" v="173"/>
        <pc:sldMkLst>
          <pc:docMk/>
          <pc:sldMk cId="2746432671" sldId="352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949" v="174"/>
        <pc:sldMkLst>
          <pc:docMk/>
          <pc:sldMk cId="633086860" sldId="353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5.012" v="175"/>
        <pc:sldMkLst>
          <pc:docMk/>
          <pc:sldMk cId="3532833173" sldId="3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0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665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7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110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30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573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489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947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648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037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477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974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e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Trainer Guidelines for Conducting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Solve questions live by creating </a:t>
            </a:r>
            <a:r>
              <a:rPr lang="en-US" b="1" dirty="0">
                <a:latin typeface="Calibri"/>
                <a:cs typeface="Calibri"/>
              </a:rPr>
              <a:t>new blank files</a:t>
            </a:r>
            <a:r>
              <a:rPr lang="en-US" dirty="0">
                <a:latin typeface="Calibri"/>
                <a:cs typeface="Calibri"/>
              </a:rPr>
              <a:t> (Excel, Python, </a:t>
            </a:r>
            <a:r>
              <a:rPr lang="en-US" err="1">
                <a:latin typeface="Calibri"/>
                <a:cs typeface="Calibri"/>
              </a:rPr>
              <a:t>Jupyter</a:t>
            </a:r>
            <a:r>
              <a:rPr lang="en-US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 dirty="0">
              <a:latin typeface="Calibri"/>
              <a:cs typeface="Calibri" panose="020F0502020204030204" pitchFamily="34" charset="0"/>
            </a:endParaRP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AF0B8B-2FA0-7D88-B529-85CF2FDB866C}"/>
              </a:ext>
            </a:extLst>
          </p:cNvPr>
          <p:cNvSpPr txBox="1"/>
          <p:nvPr/>
        </p:nvSpPr>
        <p:spPr>
          <a:xfrm>
            <a:off x="1076960" y="1131103"/>
            <a:ext cx="10038080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</a:rPr>
              <a:t>Introduction To NumPy</a:t>
            </a:r>
            <a:endParaRPr lang="en-US" sz="2200" dirty="0">
              <a:latin typeface="Nunito"/>
            </a:endParaRP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Nunito"/>
              </a:rPr>
              <a:t>Creating</a:t>
            </a:r>
            <a:r>
              <a:rPr lang="en-US" sz="2200" dirty="0">
                <a:solidFill>
                  <a:srgbClr val="000000"/>
                </a:solidFill>
                <a:latin typeface="Nunito"/>
              </a:rPr>
              <a:t> NumPy Array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Nunito"/>
              </a:rPr>
              <a:t>Basic Operation </a:t>
            </a:r>
            <a:r>
              <a:rPr lang="en-US" sz="2200" dirty="0">
                <a:solidFill>
                  <a:srgbClr val="000000"/>
                </a:solidFill>
                <a:latin typeface="Nunito"/>
              </a:rPr>
              <a:t>On Array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Nunito"/>
              </a:rPr>
              <a:t>Indexing &amp; Slicing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</a:rPr>
              <a:t>Reshaping, Stacking &amp; Splitting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</a:rPr>
              <a:t>Iteration, Filtering &amp; Boolean Indexing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</a:rPr>
              <a:t>NumPy Case Study</a:t>
            </a:r>
          </a:p>
          <a:p>
            <a:pPr marL="469900" indent="-457200">
              <a:spcBef>
                <a:spcPts val="805"/>
              </a:spcBef>
              <a:buFont typeface="Arial,Sans-Serif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Data Structure In Pandas</a:t>
            </a:r>
          </a:p>
          <a:p>
            <a:pPr marL="469900" indent="-457200">
              <a:spcBef>
                <a:spcPts val="805"/>
              </a:spcBef>
              <a:buFont typeface="Arial,Sans-Serif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Series &amp; </a:t>
            </a:r>
            <a:r>
              <a:rPr lang="en-US" sz="2200" err="1">
                <a:solidFill>
                  <a:srgbClr val="000000"/>
                </a:solidFill>
                <a:latin typeface="Nunito"/>
                <a:cs typeface="Arial"/>
              </a:rPr>
              <a:t>Dataframe</a:t>
            </a:r>
            <a:endParaRPr lang="en-US" sz="2200">
              <a:solidFill>
                <a:srgbClr val="000000"/>
              </a:solidFill>
              <a:latin typeface="Nunito"/>
              <a:cs typeface="Arial"/>
            </a:endParaRPr>
          </a:p>
          <a:p>
            <a:pPr marL="469900" indent="-457200">
              <a:spcBef>
                <a:spcPts val="805"/>
              </a:spcBef>
              <a:buFont typeface="Arial,Sans-Serif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Creating </a:t>
            </a:r>
            <a:r>
              <a:rPr lang="en-US" sz="2200" dirty="0" err="1">
                <a:solidFill>
                  <a:srgbClr val="000000"/>
                </a:solidFill>
                <a:latin typeface="Nunito"/>
                <a:cs typeface="Arial"/>
              </a:rPr>
              <a:t>Dataframe</a:t>
            </a: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 &amp; Loading Files (</a:t>
            </a:r>
            <a:r>
              <a:rPr lang="en-US" sz="2200" dirty="0" err="1">
                <a:solidFill>
                  <a:srgbClr val="000000"/>
                </a:solidFill>
                <a:latin typeface="Nunito"/>
                <a:cs typeface="Arial"/>
              </a:rPr>
              <a:t>Scv</a:t>
            </a: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, Excel, </a:t>
            </a:r>
            <a:r>
              <a:rPr lang="en-US" sz="2200" dirty="0" err="1">
                <a:solidFill>
                  <a:srgbClr val="000000"/>
                </a:solidFill>
                <a:latin typeface="Nunito"/>
                <a:cs typeface="Arial"/>
              </a:rPr>
              <a:t>Sql</a:t>
            </a: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unito"/>
                <a:cs typeface="Arial"/>
              </a:rPr>
              <a:t>Etc</a:t>
            </a: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)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096824" y="359531"/>
            <a:ext cx="397959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Day 3: Agenda</a:t>
            </a:r>
          </a:p>
        </p:txBody>
      </p:sp>
    </p:spTree>
    <p:extLst>
      <p:ext uri="{BB962C8B-B14F-4D97-AF65-F5344CB8AC3E}">
        <p14:creationId xmlns:p14="http://schemas.microsoft.com/office/powerpoint/2010/main" val="4235558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510790" y="232574"/>
            <a:ext cx="784277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NumPy (Numerical Python)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279693"/>
            <a:ext cx="10759299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Nunito" pitchFamily="2" charset="0"/>
              </a:rPr>
              <a:t>NumPy (Numerical Python) is a fundamental library in Python for numerical and scientific computing.</a:t>
            </a:r>
          </a:p>
          <a:p>
            <a:pPr marL="355600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374151"/>
              </a:solidFill>
              <a:effectLst/>
              <a:latin typeface="Nunito" pitchFamily="2" charset="0"/>
            </a:endParaRPr>
          </a:p>
          <a:p>
            <a:pPr marL="355600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Nunito" pitchFamily="2" charset="0"/>
              </a:rPr>
              <a:t>It provides support for arrays, matrices, and a wide range of mathematical functions to work efficiently with large datasets and perform various mathematical operations. </a:t>
            </a:r>
          </a:p>
          <a:p>
            <a:pPr marL="12700">
              <a:spcBef>
                <a:spcPts val="805"/>
              </a:spcBef>
            </a:pPr>
            <a:endParaRPr lang="en-US" sz="2000" dirty="0">
              <a:solidFill>
                <a:srgbClr val="374151"/>
              </a:solidFill>
              <a:latin typeface="Nunito" pitchFamily="2" charset="0"/>
            </a:endParaRPr>
          </a:p>
          <a:p>
            <a:pPr marL="12700">
              <a:spcBef>
                <a:spcPts val="805"/>
              </a:spcBef>
            </a:pPr>
            <a:r>
              <a:rPr lang="en-US" sz="2000" b="1" i="0" dirty="0">
                <a:solidFill>
                  <a:srgbClr val="374151"/>
                </a:solidFill>
                <a:effectLst/>
                <a:latin typeface="Nunito" pitchFamily="2" charset="0"/>
              </a:rPr>
              <a:t>NumPy is suited for many applications:</a:t>
            </a:r>
          </a:p>
          <a:p>
            <a:pPr marL="812800" lvl="1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 pitchFamily="2" charset="0"/>
              </a:rPr>
              <a:t>Image Processing</a:t>
            </a:r>
          </a:p>
          <a:p>
            <a:pPr marL="812800" lvl="1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Nunito" pitchFamily="2" charset="0"/>
              </a:rPr>
              <a:t>Signal Processing</a:t>
            </a:r>
          </a:p>
          <a:p>
            <a:pPr marL="812800" lvl="1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 pitchFamily="2" charset="0"/>
              </a:rPr>
              <a:t>Linear Algebra</a:t>
            </a:r>
          </a:p>
          <a:p>
            <a:pPr marL="812800" lvl="1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Nunito" pitchFamily="2" charset="0"/>
              </a:rPr>
              <a:t>A Plethora of Others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CD64F499-172E-6C2B-794D-913EEE758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672" y="4038688"/>
            <a:ext cx="3901440" cy="175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9" y="1104296"/>
            <a:ext cx="11203882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Multidimensional Arrays</a:t>
            </a:r>
            <a:r>
              <a:rPr lang="en-US" sz="2000" dirty="0">
                <a:latin typeface="Nunito" pitchFamily="2" charset="0"/>
              </a:rPr>
              <a:t>: NumPy's </a:t>
            </a:r>
            <a:r>
              <a:rPr lang="en-US" sz="2000" dirty="0" err="1">
                <a:latin typeface="Nunito" pitchFamily="2" charset="0"/>
              </a:rPr>
              <a:t>numpy.ndarray</a:t>
            </a:r>
            <a:r>
              <a:rPr lang="en-US" sz="2000" dirty="0">
                <a:latin typeface="Nunito" pitchFamily="2" charset="0"/>
              </a:rPr>
              <a:t> supports n-dimensional arrays for scientific computing.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Element-Wise Operations: </a:t>
            </a:r>
            <a:r>
              <a:rPr lang="en-US" sz="2000" dirty="0">
                <a:latin typeface="Nunito" pitchFamily="2" charset="0"/>
              </a:rPr>
              <a:t>Perform efficient element-wise operations on arrays without explicit loops.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Broadcasting: </a:t>
            </a:r>
            <a:r>
              <a:rPr lang="en-US" sz="2000" dirty="0">
                <a:latin typeface="Nunito" pitchFamily="2" charset="0"/>
              </a:rPr>
              <a:t>Automatically aligns arrays of different shapes for operations.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Mathematical Functions: </a:t>
            </a:r>
            <a:r>
              <a:rPr lang="en-US" sz="2000" dirty="0">
                <a:latin typeface="Nunito" pitchFamily="2" charset="0"/>
              </a:rPr>
              <a:t>Offers a wide range of mathematical functions, including basic arithmetic, trigonometry, and statistics.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Random Number Generation: </a:t>
            </a:r>
            <a:r>
              <a:rPr lang="en-US" sz="2000" dirty="0">
                <a:latin typeface="Nunito" pitchFamily="2" charset="0"/>
              </a:rPr>
              <a:t>Provides tools for generating random data, crucial for simulations and stats.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File I/O: </a:t>
            </a:r>
            <a:r>
              <a:rPr lang="en-US" sz="2000" dirty="0">
                <a:latin typeface="Nunito" pitchFamily="2" charset="0"/>
              </a:rPr>
              <a:t>Supports reading/writing data from/to files, such as CSV and binary formats.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Integration: </a:t>
            </a:r>
            <a:r>
              <a:rPr lang="en-US" sz="2000" dirty="0">
                <a:latin typeface="Nunito" pitchFamily="2" charset="0"/>
              </a:rPr>
              <a:t>Often used with other libraries like Pandas, SciPy, and Matplotlib.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992901" y="232574"/>
            <a:ext cx="618744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Key Features - NumPy</a:t>
            </a:r>
          </a:p>
        </p:txBody>
      </p:sp>
    </p:spTree>
    <p:extLst>
      <p:ext uri="{BB962C8B-B14F-4D97-AF65-F5344CB8AC3E}">
        <p14:creationId xmlns:p14="http://schemas.microsoft.com/office/powerpoint/2010/main" val="425312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1088144"/>
            <a:ext cx="11203882" cy="559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i="0" dirty="0">
                <a:effectLst/>
                <a:latin typeface="Nunito" pitchFamily="2" charset="0"/>
              </a:rPr>
              <a:t>Creating NumPy Arrays: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1. From Lists or Tuples:</a:t>
            </a:r>
            <a:endParaRPr lang="en-US" sz="2000" dirty="0">
              <a:latin typeface="Nunito" pitchFamily="2" charset="0"/>
            </a:endParaRP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import </a:t>
            </a:r>
            <a:r>
              <a:rPr lang="en-US" sz="2000" i="0" dirty="0" err="1">
                <a:effectLst/>
                <a:latin typeface="Nunito" pitchFamily="2" charset="0"/>
              </a:rPr>
              <a:t>numpy</a:t>
            </a:r>
            <a:r>
              <a:rPr lang="en-US" sz="2000" i="0" dirty="0">
                <a:effectLst/>
                <a:latin typeface="Nunito" pitchFamily="2" charset="0"/>
              </a:rPr>
              <a:t> as np</a:t>
            </a: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np.array</a:t>
            </a:r>
            <a:r>
              <a:rPr lang="en-US" sz="2000" i="0" dirty="0">
                <a:effectLst/>
                <a:latin typeface="Nunito" pitchFamily="2" charset="0"/>
              </a:rPr>
              <a:t>([1, 2, 3, 4, 5])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2. Using Built-in Functions:</a:t>
            </a: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zeros_arr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np.zeros</a:t>
            </a:r>
            <a:r>
              <a:rPr lang="en-US" sz="2000" i="0" dirty="0">
                <a:effectLst/>
                <a:latin typeface="Nunito" pitchFamily="2" charset="0"/>
              </a:rPr>
              <a:t>((3, 3))  # Creates a 3x3 array filled with zeros</a:t>
            </a: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ones_arr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np.ones</a:t>
            </a:r>
            <a:r>
              <a:rPr lang="en-US" sz="2000" i="0" dirty="0">
                <a:effectLst/>
                <a:latin typeface="Nunito" pitchFamily="2" charset="0"/>
              </a:rPr>
              <a:t>((2, 2))    # Creates a 2x2 array filled with ones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3. </a:t>
            </a:r>
            <a:r>
              <a:rPr lang="en-US" sz="2000" i="0" dirty="0" err="1">
                <a:effectLst/>
                <a:latin typeface="Nunito" pitchFamily="2" charset="0"/>
              </a:rPr>
              <a:t>Arange</a:t>
            </a:r>
            <a:r>
              <a:rPr lang="en-US" sz="2000" i="0" dirty="0">
                <a:effectLst/>
                <a:latin typeface="Nunito" pitchFamily="2" charset="0"/>
              </a:rPr>
              <a:t> and </a:t>
            </a:r>
            <a:r>
              <a:rPr lang="en-US" sz="2000" i="0" dirty="0" err="1">
                <a:effectLst/>
                <a:latin typeface="Nunito" pitchFamily="2" charset="0"/>
              </a:rPr>
              <a:t>Linspace</a:t>
            </a:r>
            <a:r>
              <a:rPr lang="en-US" sz="2000" i="0" dirty="0">
                <a:effectLst/>
                <a:latin typeface="Nunito" pitchFamily="2" charset="0"/>
              </a:rPr>
              <a:t>:</a:t>
            </a:r>
            <a:endParaRPr lang="en-US" sz="2000" dirty="0">
              <a:latin typeface="Nunito" pitchFamily="2" charset="0"/>
            </a:endParaRP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np.arange</a:t>
            </a:r>
            <a:r>
              <a:rPr lang="en-US" sz="2000" i="0" dirty="0">
                <a:effectLst/>
                <a:latin typeface="Nunito" pitchFamily="2" charset="0"/>
              </a:rPr>
              <a:t>(0, 10, 2)  # Creates an array [0, 2, 4, 6, 8]</a:t>
            </a: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lin_arr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np.linspace</a:t>
            </a:r>
            <a:r>
              <a:rPr lang="en-US" sz="2000" i="0" dirty="0">
                <a:effectLst/>
                <a:latin typeface="Nunito" pitchFamily="2" charset="0"/>
              </a:rPr>
              <a:t>(0, 1, 5)  # Creates an array [0.  , 0.25, 0.5 , 0.75, 1.  ]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843414" y="284841"/>
            <a:ext cx="650998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Creating NumPy Array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713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1088144"/>
            <a:ext cx="11203882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i="0" dirty="0">
                <a:effectLst/>
                <a:latin typeface="Nunito" pitchFamily="2" charset="0"/>
              </a:rPr>
              <a:t>Creating NumPy Arrays: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dirty="0">
                <a:latin typeface="Nunito" pitchFamily="2" charset="0"/>
              </a:rPr>
              <a:t>4. Random Arrays: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	</a:t>
            </a:r>
            <a:r>
              <a:rPr lang="en-US" sz="2000" i="0" dirty="0" err="1">
                <a:effectLst/>
                <a:latin typeface="Nunito" pitchFamily="2" charset="0"/>
              </a:rPr>
              <a:t>rand_arr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np.random.rand</a:t>
            </a:r>
            <a:r>
              <a:rPr lang="en-US" sz="2000" i="0" dirty="0">
                <a:effectLst/>
                <a:latin typeface="Nunito" pitchFamily="2" charset="0"/>
              </a:rPr>
              <a:t>(3, 3) 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dirty="0">
                <a:latin typeface="Nunito" pitchFamily="2" charset="0"/>
              </a:rPr>
              <a:t>	</a:t>
            </a:r>
            <a:r>
              <a:rPr lang="en-US" sz="2000" i="0" dirty="0">
                <a:effectLst/>
                <a:latin typeface="Nunito" pitchFamily="2" charset="0"/>
              </a:rPr>
              <a:t># Creates a 3x3 array with random values between 0 and 1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endParaRPr lang="en-US" sz="2000" i="0" dirty="0">
              <a:effectLst/>
              <a:latin typeface="Nunito" pitchFamily="2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B6D12FF-24A4-2D75-AADF-4C1FB95CDA64}"/>
              </a:ext>
            </a:extLst>
          </p:cNvPr>
          <p:cNvSpPr txBox="1">
            <a:spLocks/>
          </p:cNvSpPr>
          <p:nvPr/>
        </p:nvSpPr>
        <p:spPr>
          <a:xfrm>
            <a:off x="2843414" y="284841"/>
            <a:ext cx="650998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Creating NumPy Array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2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1088144"/>
            <a:ext cx="11929612" cy="538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U</a:t>
            </a:r>
            <a:r>
              <a:rPr lang="en-US" sz="2000" b="1" i="0" dirty="0">
                <a:effectLst/>
                <a:latin typeface="Nunito" pitchFamily="2" charset="0"/>
              </a:rPr>
              <a:t>sing </a:t>
            </a:r>
            <a:r>
              <a:rPr lang="en-US" sz="2000" b="1" i="0" dirty="0" err="1">
                <a:effectLst/>
                <a:latin typeface="Nunito" pitchFamily="2" charset="0"/>
              </a:rPr>
              <a:t>dimesion</a:t>
            </a:r>
            <a:r>
              <a:rPr lang="en-US" sz="2000" b="1" i="0" dirty="0">
                <a:effectLst/>
                <a:latin typeface="Nunito" pitchFamily="2" charset="0"/>
              </a:rPr>
              <a:t> to </a:t>
            </a:r>
            <a:r>
              <a:rPr lang="en-US" sz="2000" b="1" i="0" dirty="0" err="1">
                <a:effectLst/>
                <a:latin typeface="Nunito" pitchFamily="2" charset="0"/>
              </a:rPr>
              <a:t>genertate</a:t>
            </a:r>
            <a:r>
              <a:rPr lang="en-US" sz="2000" b="1" i="0" dirty="0">
                <a:effectLst/>
                <a:latin typeface="Nunito" pitchFamily="2" charset="0"/>
              </a:rPr>
              <a:t> N-dimensional arrays: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np.array</a:t>
            </a:r>
            <a:r>
              <a:rPr lang="en-US" sz="2000" i="0" dirty="0">
                <a:effectLst/>
                <a:latin typeface="Nunito" pitchFamily="2" charset="0"/>
              </a:rPr>
              <a:t>([1,2,3,4], </a:t>
            </a:r>
            <a:r>
              <a:rPr lang="en-US" sz="2000" i="0" dirty="0" err="1">
                <a:effectLst/>
                <a:latin typeface="Nunito" pitchFamily="2" charset="0"/>
              </a:rPr>
              <a:t>ndmin</a:t>
            </a:r>
            <a:r>
              <a:rPr lang="en-US" sz="2000" i="0" dirty="0">
                <a:effectLst/>
                <a:latin typeface="Nunito" pitchFamily="2" charset="0"/>
              </a:rPr>
              <a:t>=2)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print(</a:t>
            </a:r>
            <a:r>
              <a:rPr lang="en-US" sz="2000" i="0" dirty="0" err="1">
                <a:effectLst/>
                <a:latin typeface="Nunito" pitchFamily="2" charset="0"/>
              </a:rPr>
              <a:t>arr</a:t>
            </a:r>
            <a:r>
              <a:rPr lang="en-US" sz="2000" i="0" dirty="0">
                <a:effectLst/>
                <a:latin typeface="Nunito" pitchFamily="2" charset="0"/>
              </a:rPr>
              <a:t>)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endParaRPr lang="en-US" sz="2000" i="0" dirty="0">
              <a:effectLst/>
              <a:latin typeface="Nunito" pitchFamily="2" charset="0"/>
            </a:endParaRP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print(</a:t>
            </a:r>
            <a:r>
              <a:rPr lang="en-US" sz="2000" i="1" dirty="0" err="1">
                <a:effectLst/>
                <a:latin typeface="Nunito" pitchFamily="2" charset="0"/>
              </a:rPr>
              <a:t>arr.reshape</a:t>
            </a:r>
            <a:r>
              <a:rPr lang="en-US" sz="2000" i="1" dirty="0">
                <a:effectLst/>
                <a:latin typeface="Nunito" pitchFamily="2" charset="0"/>
              </a:rPr>
              <a:t>((2,2)))  # to change the shape of the array | *NEED* to only provide the shape with matches the number of elements in the array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print(type(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))  # to check the type of the class for the given object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print(</a:t>
            </a:r>
            <a:r>
              <a:rPr lang="en-US" sz="2000" i="1" dirty="0" err="1">
                <a:effectLst/>
                <a:latin typeface="Nunito" pitchFamily="2" charset="0"/>
              </a:rPr>
              <a:t>arr.shape</a:t>
            </a:r>
            <a:r>
              <a:rPr lang="en-US" sz="2000" i="1" dirty="0">
                <a:effectLst/>
                <a:latin typeface="Nunito" pitchFamily="2" charset="0"/>
              </a:rPr>
              <a:t>)  # to check the shape of the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 | *shape* given info about rows and cols, helpful in matrix algebra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print(</a:t>
            </a:r>
            <a:r>
              <a:rPr lang="en-US" sz="2000" i="1" dirty="0" err="1">
                <a:effectLst/>
                <a:latin typeface="Nunito" pitchFamily="2" charset="0"/>
              </a:rPr>
              <a:t>arr.ndim</a:t>
            </a:r>
            <a:r>
              <a:rPr lang="en-US" sz="2000" i="1" dirty="0">
                <a:effectLst/>
                <a:latin typeface="Nunito" pitchFamily="2" charset="0"/>
              </a:rPr>
              <a:t>)  # to check the </a:t>
            </a:r>
            <a:r>
              <a:rPr lang="en-US" sz="2000" i="1" dirty="0" err="1">
                <a:effectLst/>
                <a:latin typeface="Nunito" pitchFamily="2" charset="0"/>
              </a:rPr>
              <a:t>dimentions</a:t>
            </a:r>
            <a:r>
              <a:rPr lang="en-US" sz="2000" i="1" dirty="0">
                <a:effectLst/>
                <a:latin typeface="Nunito" pitchFamily="2" charset="0"/>
              </a:rPr>
              <a:t> of the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endParaRPr lang="en-US" sz="2000" i="1" dirty="0">
              <a:effectLst/>
              <a:latin typeface="Nunito" pitchFamily="2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E440F3E-3770-BD51-B5A4-9DA9A277AAA1}"/>
              </a:ext>
            </a:extLst>
          </p:cNvPr>
          <p:cNvSpPr txBox="1">
            <a:spLocks/>
          </p:cNvSpPr>
          <p:nvPr/>
        </p:nvSpPr>
        <p:spPr>
          <a:xfrm>
            <a:off x="2843414" y="284841"/>
            <a:ext cx="650998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Creating NumPy Array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72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410706" y="610491"/>
            <a:ext cx="560582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90000"/>
              </a:lnSpc>
              <a:spcBef>
                <a:spcPts val="100"/>
              </a:spcBef>
            </a:pPr>
            <a:r>
              <a:rPr lang="en-US" sz="4400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ea typeface="+mj-ea"/>
                <a:cs typeface="Times New Roman" panose="02020603050405020304" pitchFamily="18" charset="0"/>
              </a:rPr>
              <a:t>Array Memory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E2A08-C72C-9E48-C96A-FF26B6A39F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45" y="1651442"/>
            <a:ext cx="11052368" cy="408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41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34828" y="1049459"/>
            <a:ext cx="11447793" cy="552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 err="1">
                <a:solidFill>
                  <a:srgbClr val="000000"/>
                </a:solidFill>
                <a:effectLst/>
                <a:latin typeface="Nunito" pitchFamily="2" charset="0"/>
              </a:rPr>
              <a:t>DataTypes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Nunito" pitchFamily="2" charset="0"/>
              </a:rPr>
              <a:t> in NumPy: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Strings e.g. 'ABC'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Integers e.g. 1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Nunito" pitchFamily="2" charset="0"/>
              </a:rPr>
              <a:t>float e.g. 5.98</a:t>
            </a:r>
          </a:p>
          <a:p>
            <a:pPr lvl="1"/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boolean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e.g. True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complex e.g. 1.0 + 2.0j</a:t>
            </a:r>
          </a:p>
          <a:p>
            <a:pPr lvl="1"/>
            <a:endParaRPr lang="en-US" sz="2000" b="0" i="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algn="l"/>
            <a:r>
              <a:rPr lang="en-US" sz="2000" b="1" i="0" dirty="0">
                <a:solidFill>
                  <a:srgbClr val="000000"/>
                </a:solidFill>
                <a:effectLst/>
                <a:latin typeface="Nunito" pitchFamily="2" charset="0"/>
              </a:rPr>
              <a:t>Data Type Codes:</a:t>
            </a:r>
          </a:p>
          <a:p>
            <a:pPr algn="l"/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– integer, b – Boolean, u - unsigned integer, f – float, c - complex float, m –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timedelta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, M – datetime, O – object, S – string, U -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unicode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string, V - fixed chunk of memory for other type ( void )</a:t>
            </a:r>
          </a:p>
          <a:p>
            <a:pPr lvl="1"/>
            <a:endParaRPr lang="en-US" sz="2000" dirty="0">
              <a:solidFill>
                <a:srgbClr val="000000"/>
              </a:solidFill>
              <a:latin typeface="Nunito" pitchFamily="2" charset="0"/>
            </a:endParaRPr>
          </a:p>
          <a:p>
            <a:pPr lvl="1"/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arr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=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np.array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([1,2,3,4]) 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print(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arr.dtype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)  # int32</a:t>
            </a:r>
          </a:p>
          <a:p>
            <a:pPr lvl="1"/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arr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=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np.array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(['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dogs','cats','horses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'],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dtype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='S')  # to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initalize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with a specific datatype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print(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arr.dtype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)</a:t>
            </a:r>
          </a:p>
          <a:p>
            <a:pPr marL="12700"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	</a:t>
            </a:r>
            <a:r>
              <a:rPr lang="en-US" sz="2000" i="0" dirty="0">
                <a:effectLst/>
                <a:latin typeface="Nunito" pitchFamily="2" charset="0"/>
                <a:sym typeface="Wingdings" panose="05000000000000000000" pitchFamily="2" charset="2"/>
              </a:rPr>
              <a:t> int32</a:t>
            </a:r>
          </a:p>
          <a:p>
            <a:pPr marL="12700"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  <a:sym typeface="Wingdings" panose="05000000000000000000" pitchFamily="2" charset="2"/>
              </a:rPr>
              <a:t>	 |S6</a:t>
            </a:r>
            <a:endParaRPr lang="en-US" sz="2000" i="0" dirty="0">
              <a:effectLst/>
              <a:latin typeface="Nunito" pitchFamily="2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4686159" y="205155"/>
            <a:ext cx="235633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NumPy</a:t>
            </a:r>
          </a:p>
        </p:txBody>
      </p:sp>
    </p:spTree>
    <p:extLst>
      <p:ext uri="{BB962C8B-B14F-4D97-AF65-F5344CB8AC3E}">
        <p14:creationId xmlns:p14="http://schemas.microsoft.com/office/powerpoint/2010/main" val="3716890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1088144"/>
            <a:ext cx="1192961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Indexing</a:t>
            </a:r>
            <a:r>
              <a:rPr lang="en-US" sz="2000" b="1" i="0" dirty="0">
                <a:effectLst/>
                <a:latin typeface="Nunito" pitchFamily="2" charset="0"/>
              </a:rPr>
              <a:t> and Slicing NumPy Arrays: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NumPy arrays can be accessed and sliced similar to Python lists, with the additional ability to index and slice in multiple dimensions for multi-dimensional arrays.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import </a:t>
            </a:r>
            <a:r>
              <a:rPr lang="en-US" sz="2000" i="1" dirty="0" err="1">
                <a:effectLst/>
                <a:latin typeface="Nunito" pitchFamily="2" charset="0"/>
              </a:rPr>
              <a:t>numpy</a:t>
            </a:r>
            <a:r>
              <a:rPr lang="en-US" sz="2000" i="1" dirty="0">
                <a:effectLst/>
                <a:latin typeface="Nunito" pitchFamily="2" charset="0"/>
              </a:rPr>
              <a:t> as np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 = </a:t>
            </a:r>
            <a:r>
              <a:rPr lang="en-US" sz="2000" i="1" dirty="0" err="1">
                <a:effectLst/>
                <a:latin typeface="Nunito" pitchFamily="2" charset="0"/>
              </a:rPr>
              <a:t>np.array</a:t>
            </a:r>
            <a:r>
              <a:rPr lang="en-US" sz="2000" i="1" dirty="0">
                <a:effectLst/>
                <a:latin typeface="Nunito" pitchFamily="2" charset="0"/>
              </a:rPr>
              <a:t>([[1, 2, 3], [4, 5, 6], [7, 8, 9]])</a:t>
            </a:r>
          </a:p>
          <a:p>
            <a:pPr marL="469900" lvl="1">
              <a:spcBef>
                <a:spcPts val="805"/>
              </a:spcBef>
            </a:pPr>
            <a:r>
              <a:rPr lang="en-US" sz="2000" b="1" i="1" dirty="0">
                <a:effectLst/>
                <a:latin typeface="Nunito" pitchFamily="2" charset="0"/>
              </a:rPr>
              <a:t># Accessing elements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element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[0, 1]  # Accessing the element at the first row and second column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 err="1">
                <a:effectLst/>
                <a:latin typeface="Nunito" pitchFamily="2" charset="0"/>
              </a:rPr>
              <a:t>slice_ro</a:t>
            </a:r>
            <a:r>
              <a:rPr lang="en-US" sz="2000" b="1" i="1" dirty="0">
                <a:latin typeface="Nunito" pitchFamily="2" charset="0"/>
              </a:rPr>
              <a:t># Slicing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w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[1, :]  # Slicing the second row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 err="1">
                <a:effectLst/>
                <a:latin typeface="Nunito" pitchFamily="2" charset="0"/>
              </a:rPr>
              <a:t>slice_column</a:t>
            </a:r>
            <a:r>
              <a:rPr lang="en-US" sz="2000" i="1" dirty="0">
                <a:effectLst/>
                <a:latin typeface="Nunito" pitchFamily="2" charset="0"/>
              </a:rPr>
              <a:t>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[:, 2]  # Slicing the third column</a:t>
            </a:r>
          </a:p>
          <a:p>
            <a:pPr marL="469900" lvl="1">
              <a:spcBef>
                <a:spcPts val="805"/>
              </a:spcBef>
            </a:pPr>
            <a:r>
              <a:rPr lang="en-US" sz="2000" b="1" i="1" dirty="0">
                <a:effectLst/>
                <a:latin typeface="Nunito" pitchFamily="2" charset="0"/>
              </a:rPr>
              <a:t># Advanced indexing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mask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 &gt; 5  # Creating a </a:t>
            </a:r>
            <a:r>
              <a:rPr lang="en-US" sz="2000" i="1" dirty="0" err="1">
                <a:effectLst/>
                <a:latin typeface="Nunito" pitchFamily="2" charset="0"/>
              </a:rPr>
              <a:t>boolean</a:t>
            </a:r>
            <a:r>
              <a:rPr lang="en-US" sz="2000" i="1" dirty="0">
                <a:effectLst/>
                <a:latin typeface="Nunito" pitchFamily="2" charset="0"/>
              </a:rPr>
              <a:t> mask for values greater than 5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filtered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[mask]  # Getting values greater than 5</a:t>
            </a:r>
          </a:p>
          <a:p>
            <a:pPr marL="12700">
              <a:spcBef>
                <a:spcPts val="805"/>
              </a:spcBef>
            </a:pPr>
            <a:endParaRPr lang="en-US" sz="2000" i="0" dirty="0">
              <a:effectLst/>
              <a:latin typeface="Nunito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9E65B-D944-7F5E-8BA3-409C3CAE308B}"/>
              </a:ext>
            </a:extLst>
          </p:cNvPr>
          <p:cNvSpPr txBox="1"/>
          <p:nvPr/>
        </p:nvSpPr>
        <p:spPr>
          <a:xfrm>
            <a:off x="1790950" y="190754"/>
            <a:ext cx="914798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90000"/>
              </a:lnSpc>
              <a:spcBef>
                <a:spcPts val="100"/>
              </a:spcBef>
            </a:pPr>
            <a:r>
              <a:rPr lang="en-US" sz="4400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ea"/>
                <a:cs typeface="Times New Roman"/>
              </a:rPr>
              <a:t>Indexing and Slicing NumPy Arrays</a:t>
            </a:r>
          </a:p>
        </p:txBody>
      </p:sp>
    </p:spTree>
    <p:extLst>
      <p:ext uri="{BB962C8B-B14F-4D97-AF65-F5344CB8AC3E}">
        <p14:creationId xmlns:p14="http://schemas.microsoft.com/office/powerpoint/2010/main" val="2285600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53009" y="524729"/>
            <a:ext cx="11929612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84300" lvl="3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import </a:t>
            </a:r>
            <a:r>
              <a:rPr lang="en-US" i="0" dirty="0" err="1">
                <a:effectLst/>
                <a:latin typeface="Nunito" pitchFamily="2" charset="0"/>
              </a:rPr>
              <a:t>numpy</a:t>
            </a:r>
            <a:r>
              <a:rPr lang="en-US" i="0" dirty="0">
                <a:effectLst/>
                <a:latin typeface="Nunito" pitchFamily="2" charset="0"/>
              </a:rPr>
              <a:t> as np</a:t>
            </a:r>
          </a:p>
          <a:p>
            <a:pPr marL="1384300" lvl="3">
              <a:spcBef>
                <a:spcPts val="805"/>
              </a:spcBef>
            </a:pPr>
            <a:r>
              <a:rPr lang="en-US" dirty="0">
                <a:latin typeface="Nunito" pitchFamily="2" charset="0"/>
              </a:rPr>
              <a:t># </a:t>
            </a:r>
            <a:r>
              <a:rPr lang="en-US" i="0" dirty="0">
                <a:effectLst/>
                <a:latin typeface="Nunito" pitchFamily="2" charset="0"/>
              </a:rPr>
              <a:t>Create the following rank 2 array with shape (3, 4)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[[ 1  2  3  4]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 [ 5  6  7  8]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 [ 9 10 11 12]]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a = </a:t>
            </a:r>
            <a:r>
              <a:rPr lang="en-US" i="0" dirty="0" err="1">
                <a:effectLst/>
                <a:latin typeface="Nunito" pitchFamily="2" charset="0"/>
              </a:rPr>
              <a:t>np.array</a:t>
            </a:r>
            <a:r>
              <a:rPr lang="en-US" i="0" dirty="0">
                <a:effectLst/>
                <a:latin typeface="Nunito" pitchFamily="2" charset="0"/>
              </a:rPr>
              <a:t>([[1,2,3,4], [5,6,7,8], [9,10,11,12]])</a:t>
            </a:r>
          </a:p>
          <a:p>
            <a:pPr marL="1841500" lvl="4">
              <a:spcBef>
                <a:spcPts val="805"/>
              </a:spcBef>
            </a:pPr>
            <a:endParaRPr lang="en-US" i="0" dirty="0">
              <a:effectLst/>
              <a:latin typeface="Nunito" pitchFamily="2" charset="0"/>
            </a:endParaRPr>
          </a:p>
          <a:p>
            <a:pPr marL="1384300" lvl="3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# Use slicing to pull out the subarray consisting of the first 2 rows and columns 1 and 2; b is the following array of shape (2, 2):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[[2 3]</a:t>
            </a:r>
          </a:p>
          <a:p>
            <a:pPr marL="2298700" lvl="5">
              <a:spcBef>
                <a:spcPts val="805"/>
              </a:spcBef>
            </a:pPr>
            <a:r>
              <a:rPr lang="en-US" dirty="0">
                <a:latin typeface="Nunito" pitchFamily="2" charset="0"/>
              </a:rPr>
              <a:t> </a:t>
            </a:r>
            <a:r>
              <a:rPr lang="en-US" i="0" dirty="0">
                <a:effectLst/>
                <a:latin typeface="Nunito" pitchFamily="2" charset="0"/>
              </a:rPr>
              <a:t>[6 7]]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b = a[:2, 1:3]</a:t>
            </a:r>
          </a:p>
          <a:p>
            <a:pPr marL="1841500" lvl="4">
              <a:spcBef>
                <a:spcPts val="805"/>
              </a:spcBef>
            </a:pPr>
            <a:endParaRPr lang="en-US" i="0" dirty="0">
              <a:effectLst/>
              <a:latin typeface="Nunito" pitchFamily="2" charset="0"/>
            </a:endParaRPr>
          </a:p>
          <a:p>
            <a:pPr marL="1384300" lvl="3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# A slice of an array is a view into the same data, so modifying it will modify the original array.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print(a[0, 1])   # Prints "2"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b[0, 0] = 77     # b[0, 0] is the same piece of data as a[0, 1]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print(a[0, 1])   # Prints "77"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4686159" y="205155"/>
            <a:ext cx="235633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NumPy</a:t>
            </a:r>
          </a:p>
        </p:txBody>
      </p:sp>
    </p:spTree>
    <p:extLst>
      <p:ext uri="{BB962C8B-B14F-4D97-AF65-F5344CB8AC3E}">
        <p14:creationId xmlns:p14="http://schemas.microsoft.com/office/powerpoint/2010/main" val="20865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844304"/>
            <a:ext cx="11929612" cy="59400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 b="1" i="0" dirty="0">
                <a:effectLst/>
                <a:latin typeface="Nunito" pitchFamily="2" charset="0"/>
              </a:rPr>
              <a:t>NumPy Operations: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NumPy arrays support a wide range of operations, including arithmetic, statistical, and more. These operations are performed element-wise.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import </a:t>
            </a:r>
            <a:r>
              <a:rPr lang="en-US" sz="2000" i="1" dirty="0" err="1">
                <a:effectLst/>
                <a:latin typeface="Nunito" pitchFamily="2" charset="0"/>
              </a:rPr>
              <a:t>numpy</a:t>
            </a:r>
            <a:r>
              <a:rPr lang="en-US" sz="2000" i="1" dirty="0">
                <a:effectLst/>
                <a:latin typeface="Nunito" pitchFamily="2" charset="0"/>
              </a:rPr>
              <a:t> as np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arr1 = </a:t>
            </a:r>
            <a:r>
              <a:rPr lang="en-US" sz="2000" i="1" dirty="0" err="1">
                <a:effectLst/>
                <a:latin typeface="Nunito" pitchFamily="2" charset="0"/>
              </a:rPr>
              <a:t>np.array</a:t>
            </a:r>
            <a:r>
              <a:rPr lang="en-US" sz="2000" i="1" dirty="0">
                <a:effectLst/>
                <a:latin typeface="Nunito" pitchFamily="2" charset="0"/>
              </a:rPr>
              <a:t>([1, 2, 3])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arr2 = </a:t>
            </a:r>
            <a:r>
              <a:rPr lang="en-US" sz="2000" i="1" dirty="0" err="1">
                <a:effectLst/>
                <a:latin typeface="Nunito" pitchFamily="2" charset="0"/>
              </a:rPr>
              <a:t>np.array</a:t>
            </a:r>
            <a:r>
              <a:rPr lang="en-US" sz="2000" i="1" dirty="0">
                <a:effectLst/>
                <a:latin typeface="Nunito" pitchFamily="2" charset="0"/>
              </a:rPr>
              <a:t>([4, 5, 6])</a:t>
            </a:r>
          </a:p>
          <a:p>
            <a:pPr marL="927100" lvl="2">
              <a:spcBef>
                <a:spcPts val="805"/>
              </a:spcBef>
            </a:pPr>
            <a:r>
              <a:rPr lang="en-US" sz="2000" b="1" i="1" dirty="0">
                <a:effectLst/>
                <a:latin typeface="Nunito" pitchFamily="2" charset="0"/>
              </a:rPr>
              <a:t># Element-wise arithmetic operations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addition = arr1 + arr2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subtraction = arr1 - arr2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multiplication = arr1 * arr2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division = arr1 / arr2</a:t>
            </a:r>
          </a:p>
          <a:p>
            <a:pPr marL="927100" lvl="2">
              <a:spcBef>
                <a:spcPts val="805"/>
              </a:spcBef>
            </a:pPr>
            <a:r>
              <a:rPr lang="en-US" sz="2000" b="1" i="1" dirty="0">
                <a:effectLst/>
                <a:latin typeface="Nunito" pitchFamily="2" charset="0"/>
              </a:rPr>
              <a:t># Statistical operations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/>
              </a:rPr>
              <a:t>mean = </a:t>
            </a:r>
            <a:r>
              <a:rPr lang="en-US" sz="2000" i="1" dirty="0" err="1">
                <a:effectLst/>
                <a:latin typeface="Nunito"/>
              </a:rPr>
              <a:t>np.mean</a:t>
            </a:r>
            <a:r>
              <a:rPr lang="en-US" sz="2000" i="1" dirty="0">
                <a:effectLst/>
                <a:latin typeface="Nunito"/>
              </a:rPr>
              <a:t>(arr1)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 err="1">
                <a:effectLst/>
                <a:latin typeface="Nunito" pitchFamily="2" charset="0"/>
              </a:rPr>
              <a:t>std_dev</a:t>
            </a:r>
            <a:r>
              <a:rPr lang="en-US" sz="2000" i="1" dirty="0">
                <a:effectLst/>
                <a:latin typeface="Nunito" pitchFamily="2" charset="0"/>
              </a:rPr>
              <a:t> = </a:t>
            </a:r>
            <a:r>
              <a:rPr lang="en-US" sz="2000" i="1" dirty="0" err="1">
                <a:effectLst/>
                <a:latin typeface="Nunito" pitchFamily="2" charset="0"/>
              </a:rPr>
              <a:t>np.std</a:t>
            </a:r>
            <a:r>
              <a:rPr lang="en-US" sz="2000" i="1" dirty="0">
                <a:effectLst/>
                <a:latin typeface="Nunito" pitchFamily="2" charset="0"/>
              </a:rPr>
              <a:t>(arr2)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421139" y="200175"/>
            <a:ext cx="560853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NumPy Operations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554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16817" y="1257961"/>
            <a:ext cx="11929612" cy="5683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927100" lvl="2">
              <a:spcBef>
                <a:spcPts val="805"/>
              </a:spcBef>
            </a:pPr>
            <a:r>
              <a:rPr lang="en-US" sz="2000" b="1" i="1" dirty="0">
                <a:effectLst/>
                <a:latin typeface="Nunito"/>
              </a:rPr>
              <a:t># </a:t>
            </a:r>
            <a:r>
              <a:rPr lang="en-US" sz="2000" b="1" i="1" dirty="0">
                <a:latin typeface="Nunito"/>
              </a:rPr>
              <a:t>Geometric operations</a:t>
            </a:r>
            <a:endParaRPr lang="en-US">
              <a:cs typeface="Calibri"/>
            </a:endParaRPr>
          </a:p>
          <a:p>
            <a:pPr marL="1384300" lvl="3">
              <a:spcBef>
                <a:spcPts val="805"/>
              </a:spcBef>
            </a:pPr>
            <a:r>
              <a:rPr lang="en-US" sz="2000" i="1" dirty="0">
                <a:latin typeface="Nunito"/>
              </a:rPr>
              <a:t>exponentiation = np.exe(arr1)</a:t>
            </a:r>
          </a:p>
          <a:p>
            <a:pPr marL="1384300" lvl="3">
              <a:spcBef>
                <a:spcPts val="805"/>
              </a:spcBef>
            </a:pPr>
            <a:r>
              <a:rPr lang="en-US" sz="2000" i="1" err="1">
                <a:latin typeface="Nunito"/>
              </a:rPr>
              <a:t>sq_root</a:t>
            </a:r>
            <a:r>
              <a:rPr lang="en-US" sz="2000" i="1" dirty="0">
                <a:latin typeface="Nunito"/>
              </a:rPr>
              <a:t> = </a:t>
            </a:r>
            <a:r>
              <a:rPr lang="en-US" sz="2000" i="1" err="1">
                <a:latin typeface="Nunito"/>
              </a:rPr>
              <a:t>np.sqrt</a:t>
            </a:r>
            <a:r>
              <a:rPr lang="en-US" sz="2000" i="1" dirty="0">
                <a:latin typeface="Nunito"/>
              </a:rPr>
              <a:t>(arr1)</a:t>
            </a:r>
          </a:p>
          <a:p>
            <a:pPr marL="1384300" lvl="3">
              <a:spcBef>
                <a:spcPts val="805"/>
              </a:spcBef>
            </a:pPr>
            <a:r>
              <a:rPr lang="en-US" sz="2000" i="1" dirty="0">
                <a:latin typeface="Nunito"/>
              </a:rPr>
              <a:t>sin  = </a:t>
            </a:r>
            <a:r>
              <a:rPr lang="en-US" sz="2000" i="1" dirty="0" err="1">
                <a:latin typeface="Nunito"/>
              </a:rPr>
              <a:t>np.sin</a:t>
            </a:r>
            <a:r>
              <a:rPr lang="en-US" sz="2000" i="1" dirty="0">
                <a:latin typeface="Nunito"/>
              </a:rPr>
              <a:t>(arr1)</a:t>
            </a:r>
          </a:p>
          <a:p>
            <a:pPr marL="1384300" lvl="3">
              <a:spcBef>
                <a:spcPts val="805"/>
              </a:spcBef>
            </a:pPr>
            <a:r>
              <a:rPr lang="en-US" sz="2000" i="1" dirty="0">
                <a:latin typeface="Nunito"/>
              </a:rPr>
              <a:t>cos = </a:t>
            </a:r>
            <a:r>
              <a:rPr lang="en-US" sz="2000" i="1" dirty="0" err="1">
                <a:latin typeface="Nunito"/>
              </a:rPr>
              <a:t>np.cos</a:t>
            </a:r>
            <a:r>
              <a:rPr lang="en-US" sz="2000" i="1" dirty="0">
                <a:latin typeface="Nunito"/>
              </a:rPr>
              <a:t>(arr1)</a:t>
            </a:r>
          </a:p>
          <a:p>
            <a:pPr marL="1384300" lvl="3">
              <a:spcBef>
                <a:spcPts val="805"/>
              </a:spcBef>
            </a:pPr>
            <a:r>
              <a:rPr lang="en-US" sz="2000" i="1" dirty="0">
                <a:latin typeface="Nunito"/>
              </a:rPr>
              <a:t>log = np.log(arr1)</a:t>
            </a:r>
            <a:endParaRPr lang="en-US" sz="2000" i="1" dirty="0">
              <a:latin typeface="Nunito" pitchFamily="2" charset="0"/>
            </a:endParaRPr>
          </a:p>
          <a:p>
            <a:pPr marL="1384300" lvl="3">
              <a:spcBef>
                <a:spcPts val="805"/>
              </a:spcBef>
            </a:pPr>
            <a:endParaRPr lang="en-US" sz="2000" i="1" dirty="0">
              <a:latin typeface="Nunito"/>
              <a:ea typeface="+mn-lt"/>
              <a:cs typeface="+mn-lt"/>
            </a:endParaRPr>
          </a:p>
          <a:p>
            <a:pPr lvl="2"/>
            <a:r>
              <a:rPr lang="en-US" sz="2000" b="1" i="1" dirty="0">
                <a:ea typeface="+mn-lt"/>
                <a:cs typeface="+mn-lt"/>
              </a:rPr>
              <a:t># </a:t>
            </a:r>
            <a:r>
              <a:rPr lang="en-US" sz="2000" b="1" i="1" dirty="0" err="1">
                <a:ea typeface="+mn-lt"/>
                <a:cs typeface="+mn-lt"/>
              </a:rPr>
              <a:t>Agregate</a:t>
            </a:r>
            <a:r>
              <a:rPr lang="en-US" sz="2000" b="1" i="1" dirty="0">
                <a:ea typeface="+mn-lt"/>
                <a:cs typeface="+mn-lt"/>
              </a:rPr>
              <a:t> Functions</a:t>
            </a:r>
            <a:endParaRPr lang="en-US" sz="2000" dirty="0">
              <a:ea typeface="+mn-lt"/>
              <a:cs typeface="+mn-lt"/>
            </a:endParaRPr>
          </a:p>
          <a:p>
            <a:pPr lvl="3">
              <a:lnSpc>
                <a:spcPct val="150000"/>
              </a:lnSpc>
            </a:pPr>
            <a:r>
              <a:rPr lang="en-US" sz="2000" dirty="0">
                <a:latin typeface="Calibri"/>
                <a:cs typeface="Calibri"/>
              </a:rPr>
              <a:t>arr1.sum()</a:t>
            </a:r>
            <a:endParaRPr lang="en-US" sz="2000" b="1" i="1" dirty="0">
              <a:latin typeface="Calibri"/>
              <a:cs typeface="Calibri"/>
            </a:endParaRPr>
          </a:p>
          <a:p>
            <a:pPr lvl="3">
              <a:lnSpc>
                <a:spcPct val="150000"/>
              </a:lnSpc>
            </a:pPr>
            <a:r>
              <a:rPr lang="en-US" sz="2000" dirty="0">
                <a:latin typeface="Calibri"/>
                <a:cs typeface="Calibri"/>
              </a:rPr>
              <a:t>arr1.min()</a:t>
            </a:r>
          </a:p>
          <a:p>
            <a:pPr lvl="3">
              <a:lnSpc>
                <a:spcPct val="150000"/>
              </a:lnSpc>
            </a:pPr>
            <a:r>
              <a:rPr lang="en-US" sz="2000" dirty="0">
                <a:latin typeface="Calibri"/>
                <a:cs typeface="Calibri"/>
              </a:rPr>
              <a:t>arr1.max()</a:t>
            </a:r>
          </a:p>
          <a:p>
            <a:pPr lvl="2"/>
            <a:endParaRPr lang="en-US" sz="2000" dirty="0">
              <a:latin typeface="Calibri"/>
              <a:cs typeface="Calibri"/>
            </a:endParaRPr>
          </a:p>
          <a:p>
            <a:pPr marL="927100" lvl="2">
              <a:spcBef>
                <a:spcPts val="805"/>
              </a:spcBef>
            </a:pPr>
            <a:endParaRPr lang="en-US" sz="2000" i="1" dirty="0">
              <a:latin typeface="Nunito" pitchFamily="2" charset="0"/>
            </a:endParaRPr>
          </a:p>
          <a:p>
            <a:pPr marL="927100" lvl="2">
              <a:spcBef>
                <a:spcPts val="805"/>
              </a:spcBef>
            </a:pPr>
            <a:endParaRPr lang="en-US" sz="2000" i="1" dirty="0">
              <a:latin typeface="Nunito" pitchFamily="2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421139" y="200175"/>
            <a:ext cx="560853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NumPy Operations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923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53058" y="972057"/>
            <a:ext cx="574548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374151"/>
                </a:solidFill>
                <a:latin typeface="Nunito" pitchFamily="2" charset="0"/>
              </a:rPr>
              <a:t>Application of NumPy</a:t>
            </a:r>
          </a:p>
          <a:p>
            <a:pPr algn="l"/>
            <a:endParaRPr lang="en-US" sz="2400" b="1" dirty="0">
              <a:solidFill>
                <a:srgbClr val="374151"/>
              </a:solidFill>
              <a:latin typeface="Nunito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Data Analysis and Manipulation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Scientific and Engineering Computations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Machine Learning and Deep Learning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Image and Signal Processing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Statistical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Simulation and Modeling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Financial and Economic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Geospatial Data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Bioinformatics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Data Visualization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Physics and Astronomy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Materials Science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Neuroscience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Environmental Science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Astronomy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326463" y="256677"/>
            <a:ext cx="614784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Application  of NumPy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A0F4B6-BF0E-A935-0D84-DC703082A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441" y="1408939"/>
            <a:ext cx="6357559" cy="44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43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53009" y="1006354"/>
            <a:ext cx="849355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374151"/>
                </a:solidFill>
                <a:latin typeface="Nunito" pitchFamily="2" charset="0"/>
              </a:rPr>
              <a:t>Image Processing using NumPy &amp; Matplotlib</a:t>
            </a:r>
          </a:p>
          <a:p>
            <a:pPr algn="l"/>
            <a:endParaRPr lang="en-US" sz="2400" b="1" dirty="0">
              <a:solidFill>
                <a:srgbClr val="374151"/>
              </a:solidFill>
              <a:latin typeface="Nunito" pitchFamily="2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The fundamental idea is that we know images are made up of NumPy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ndarrays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. So we can manipulate these arrays and play with images.</a:t>
            </a:r>
          </a:p>
          <a:p>
            <a:pPr algn="l"/>
            <a:endParaRPr lang="en-US" sz="2000" dirty="0">
              <a:solidFill>
                <a:srgbClr val="222222"/>
              </a:solidFill>
              <a:latin typeface="Lato" panose="020F0502020204030204" pitchFamily="34" charset="0"/>
            </a:endParaRPr>
          </a:p>
          <a:p>
            <a:pPr algn="l"/>
            <a:r>
              <a:rPr lang="en-US" sz="2000" b="1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Matplotlib: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Matplotlib is a popular Python library for creating static, animated, and interactive visualizations in various formats, such as charts, plots, and graphs.</a:t>
            </a:r>
          </a:p>
          <a:p>
            <a:pPr algn="l"/>
            <a:endParaRPr lang="en-US" sz="2000" b="0" i="0" dirty="0">
              <a:solidFill>
                <a:srgbClr val="222222"/>
              </a:solidFill>
              <a:effectLst/>
              <a:latin typeface="Lato" panose="020F0502020204030204" pitchFamily="34" charset="0"/>
            </a:endParaRPr>
          </a:p>
          <a:p>
            <a:pPr algn="l"/>
            <a:r>
              <a:rPr lang="en-US" sz="2000" b="1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PIL (Python Imaging Library):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PIL, also known as Pillow, is a library for working with images in Python, allowing you to open, manipulate, and save various image file formats.</a:t>
            </a:r>
          </a:p>
          <a:p>
            <a:pPr algn="l"/>
            <a:endParaRPr lang="en-US" sz="2000" dirty="0">
              <a:solidFill>
                <a:srgbClr val="222222"/>
              </a:solidFill>
              <a:latin typeface="Lato" panose="020F0502020204030204" pitchFamily="34" charset="0"/>
            </a:endParaRPr>
          </a:p>
          <a:p>
            <a:pPr lvl="1"/>
            <a:r>
              <a:rPr lang="en-US" sz="2000" dirty="0">
                <a:latin typeface="Nunito" pitchFamily="2" charset="0"/>
              </a:rPr>
              <a:t># importing all the required libraries for Image Processing</a:t>
            </a:r>
          </a:p>
          <a:p>
            <a:pPr lvl="1"/>
            <a:r>
              <a:rPr lang="en-US" sz="2000" dirty="0">
                <a:latin typeface="Nunito" pitchFamily="2" charset="0"/>
              </a:rPr>
              <a:t>import </a:t>
            </a:r>
            <a:r>
              <a:rPr lang="en-US" sz="2000" dirty="0" err="1">
                <a:latin typeface="Nunito" pitchFamily="2" charset="0"/>
              </a:rPr>
              <a:t>numpy</a:t>
            </a:r>
            <a:r>
              <a:rPr lang="en-US" sz="2000" dirty="0">
                <a:latin typeface="Nunito" pitchFamily="2" charset="0"/>
              </a:rPr>
              <a:t> as np</a:t>
            </a:r>
          </a:p>
          <a:p>
            <a:pPr lvl="1"/>
            <a:r>
              <a:rPr lang="en-US" sz="2000" dirty="0">
                <a:latin typeface="Nunito" pitchFamily="2" charset="0"/>
              </a:rPr>
              <a:t>import </a:t>
            </a:r>
            <a:r>
              <a:rPr lang="en-US" sz="2000" dirty="0" err="1">
                <a:latin typeface="Nunito" pitchFamily="2" charset="0"/>
              </a:rPr>
              <a:t>matplotlib.pyplot</a:t>
            </a:r>
            <a:r>
              <a:rPr lang="en-US" sz="2000" dirty="0">
                <a:latin typeface="Nunito" pitchFamily="2" charset="0"/>
              </a:rPr>
              <a:t> as </a:t>
            </a:r>
            <a:r>
              <a:rPr lang="en-US" sz="2000" dirty="0" err="1">
                <a:latin typeface="Nunito" pitchFamily="2" charset="0"/>
              </a:rPr>
              <a:t>plt</a:t>
            </a:r>
            <a:endParaRPr lang="en-US" sz="2000" dirty="0">
              <a:latin typeface="Nunito" pitchFamily="2" charset="0"/>
            </a:endParaRPr>
          </a:p>
          <a:p>
            <a:pPr lvl="1"/>
            <a:r>
              <a:rPr lang="en-US" sz="2000" dirty="0">
                <a:latin typeface="Nunito" pitchFamily="2" charset="0"/>
              </a:rPr>
              <a:t>from PIL import Image, </a:t>
            </a:r>
            <a:r>
              <a:rPr lang="en-US" sz="2000" dirty="0" err="1">
                <a:latin typeface="Nunito" pitchFamily="2" charset="0"/>
              </a:rPr>
              <a:t>ImageOps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223260" y="205155"/>
            <a:ext cx="574548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NumPy – Case Study</a:t>
            </a:r>
          </a:p>
        </p:txBody>
      </p:sp>
      <p:pic>
        <p:nvPicPr>
          <p:cNvPr id="2050" name="Picture 2" descr="PythonInformer - Image processing with pillow and NumPy">
            <a:extLst>
              <a:ext uri="{FF2B5EF4-FFF2-40B4-BE49-F238E27FC236}">
                <a16:creationId xmlns:a16="http://schemas.microsoft.com/office/drawing/2014/main" id="{263252FC-6D32-0BEC-199E-27BBEDEF6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876" y="1159426"/>
            <a:ext cx="3570515" cy="269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236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99521" y="264105"/>
            <a:ext cx="762197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Pandas Introduction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090507"/>
            <a:ext cx="10759299" cy="24622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Pandas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is a </a:t>
            </a:r>
            <a:r>
              <a:rPr lang="en-US" sz="2200" b="1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Python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library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designed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for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data manipulation </a:t>
            </a:r>
            <a:r>
              <a:rPr lang="en-US" sz="2200" b="1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and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analysis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It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offers powerful </a:t>
            </a:r>
            <a:r>
              <a:rPr lang="en-US" sz="2200" b="1" err="1">
                <a:solidFill>
                  <a:srgbClr val="374151"/>
                </a:solidFill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and 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Series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data structures.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Pandas simplifies data tasks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,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from reading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and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cleaning data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to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analysis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and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visualization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Throughout this presentation, we'll explore how Pandas revolutionizes data work</a:t>
            </a:r>
            <a:endParaRPr lang="en-US" sz="2200" dirty="0">
              <a:ea typeface="+mn-lt"/>
              <a:cs typeface="+mn-lt"/>
            </a:endParaRPr>
          </a:p>
        </p:txBody>
      </p:sp>
      <p:pic>
        <p:nvPicPr>
          <p:cNvPr id="3" name="Picture 2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A72BC3AD-E280-FE3B-7BCF-AAB945570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407" y="3551406"/>
            <a:ext cx="4130565" cy="217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3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646429" y="246966"/>
            <a:ext cx="678739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Data Structure in Pandas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2148" y="1314624"/>
            <a:ext cx="10759299" cy="27392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Panda Series</a:t>
            </a:r>
          </a:p>
          <a:p>
            <a:endParaRPr lang="en-US" sz="2200" b="1" dirty="0">
              <a:solidFill>
                <a:srgbClr val="37415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A Pandas Series is a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one-dimensional array-like data structure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that can hold data of various types, including integers, floats, strings, and more.</a:t>
            </a:r>
            <a:endParaRPr lang="en-US" sz="2200" b="1" dirty="0">
              <a:solidFill>
                <a:srgbClr val="374151"/>
              </a:solidFill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It's essentially a labeled array where each element has an associated index or label. This label allows for easy data access and manipulation.</a:t>
            </a:r>
          </a:p>
          <a:p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</p:txBody>
      </p:sp>
      <p:pic>
        <p:nvPicPr>
          <p:cNvPr id="4" name="Picture 3" descr="A white sheet with red arrows pointing at a number&#10;&#10;Description automatically generated">
            <a:extLst>
              <a:ext uri="{FF2B5EF4-FFF2-40B4-BE49-F238E27FC236}">
                <a16:creationId xmlns:a16="http://schemas.microsoft.com/office/drawing/2014/main" id="{3D9DFF31-940B-B7E4-0D73-1911D551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014" y="3369197"/>
            <a:ext cx="3876497" cy="34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86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866624" y="222064"/>
            <a:ext cx="404320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Pandas Series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090507"/>
            <a:ext cx="10759299" cy="52014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Creating a Pandas Series:</a:t>
            </a:r>
            <a:endParaRPr lang="en-US" b="1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37415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import pandas as pd</a:t>
            </a:r>
          </a:p>
          <a:p>
            <a:endParaRPr lang="en-US" sz="2200">
              <a:solidFill>
                <a:srgbClr val="374151"/>
              </a:solidFill>
              <a:ea typeface="+mn-lt"/>
              <a:cs typeface="+mn-lt"/>
            </a:endParaRP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# Creating a Series from a list</a:t>
            </a: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data = [10, 20, 30, 40, 50]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series_from_list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=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pd.Series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(data)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# Creating a Series from a NumPy array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import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numpy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as np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numpy_array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=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np.array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([1, 2, 3, 4, 5])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series_from_numpy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=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pd.Series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(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numpy_array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# Creating a Series with custom index labels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custom_index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=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pd.Series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(data, index=['A', 'B', 'C', 'D', 'E'])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37415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6432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866624" y="222064"/>
            <a:ext cx="404320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Pandas Series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090507"/>
            <a:ext cx="10759299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Indexing a Pandas Series: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Accessing elements by position (zero-based index)</a:t>
            </a:r>
            <a:endParaRPr lang="en-US" sz="2200">
              <a:latin typeface="Nunito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element_at_position_2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series_from_list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[2]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Accessing elements by label</a:t>
            </a:r>
            <a:endParaRPr lang="en-US" sz="2200">
              <a:latin typeface="Nunito"/>
            </a:endParaRPr>
          </a:p>
          <a:p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element_with_label_B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custom_index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['B']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Slicing a Series</a:t>
            </a:r>
            <a:endParaRPr lang="en-US" sz="2200">
              <a:latin typeface="Nunito"/>
            </a:endParaRPr>
          </a:p>
          <a:p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slice_series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series_from_list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[1:4]  # Returns elements at positions 1, 2, and 3</a:t>
            </a:r>
            <a:endParaRPr lang="en-US" sz="2200" dirty="0">
              <a:latin typeface="Nunito"/>
            </a:endParaRP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5799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677438" y="222064"/>
            <a:ext cx="536750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Pandas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DataFrame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486254" y="1484645"/>
            <a:ext cx="5998113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 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Pandas </a:t>
            </a:r>
            <a:r>
              <a:rPr lang="en-US" sz="2200" b="1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a 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two-dimensional, tabular data structure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that resembles a spreadsheet or SQL table. It consists of rows and columns, where each column can contain different data types.</a:t>
            </a:r>
            <a:endParaRPr lang="en-US" sz="2200" dirty="0">
              <a:latin typeface="Nunito"/>
            </a:endParaRPr>
          </a:p>
          <a:p>
            <a:pPr marL="285750" indent="-285750" algn="just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are especially well-suited for handling structured data, such as datasets with rows and columns of information.</a:t>
            </a:r>
            <a:endParaRPr lang="en-US" sz="2200" dirty="0">
              <a:latin typeface="Nunito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4D7C8F8-A026-DE24-CB5E-BF7312A9E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365465"/>
            <a:ext cx="5334000" cy="473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1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668445" y="101195"/>
            <a:ext cx="781116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Creating Pandas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DataFrame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96461" y="838258"/>
            <a:ext cx="11474002" cy="550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 pandas as pd</a:t>
            </a:r>
            <a:endParaRPr lang="en-US" sz="220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Creating a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from a dictionary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= {'Name': ['Alice', 'Bob', 'Charlie'],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       'Age': [25, 30, 35]}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(data)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Creating a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from a list of lists with custom column names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[['Alice', 25], ['Bob', 30], ['Charlie', 35]]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, columns=['Name', 'Age'])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Creating a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from a CSV file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df_from_csv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pd.read_csv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('data.csv')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Creating an empty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endParaRPr lang="en-US" sz="2200" dirty="0" err="1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empty_df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()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83524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227010" y="216809"/>
            <a:ext cx="854163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Indexing a Pandas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DataFrame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22889" y="1106272"/>
            <a:ext cx="11474002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allow for various methods of indexing, including selecting columns, filtering rows, and more.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Selecting a single column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name_column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['Name']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Selecting multiple columns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subset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[['Name', 'Age']]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Filtering rows based on a condition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young_people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['Age'] &lt; 30]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Accessing a specific cell by row and column label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cell_value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df_from_dict.at[0, 'Name']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006315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199217" y="185279"/>
            <a:ext cx="631869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Loading Data from Files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22889" y="1106272"/>
            <a:ext cx="11474002" cy="550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CSV Files: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CSV (Comma-Separated Values) files are one of the most frequently used formats for tabular data.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import pandas as pd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Reading a CSV file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data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pd.read_csv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('data.csv')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Excel Files: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Pandas can read data from Excel files with multiple sheets and various formats.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# Reading an Excel file (first sheet by default)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data_from_excel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pd.read_excel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('data.xlsx')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# Reading a specific sheet from an Excel file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data_from_sheet2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pd.read_excel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('data.xlsx',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sheet_name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='Sheet2')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471096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199217" y="185279"/>
            <a:ext cx="631869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Loading Data from Files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544061" y="917086"/>
            <a:ext cx="11474002" cy="550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SQL Databases: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You can connect to SQL databases and retrieve data using Pandas.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from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sqlalchemy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import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create_engine</a:t>
            </a:r>
            <a:endParaRPr lang="en-US" sz="2200" dirty="0" err="1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Create a database connection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engine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create_engine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sqlite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:///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database.db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')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Read data from a SQL database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data_from_sql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pd.read_sql_query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('SELECT * FROM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table_name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', engine)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JSON Files: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JSON (JavaScript Object Notation) files are commonly used for semi-structured data.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Reading data from a JSON file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data_from_json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pd.read_json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data.json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')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HTML/Web Scraping: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You can also scrape data from HTML tables on webpages.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Reading tables from a webpage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data_from_html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pd.read_html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('https://example.com')[0]  # Adjust index as needed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963361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IN" sz="9600" b="1" dirty="0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</a:rPr>
              <a:t>Thank You!!!</a:t>
            </a:r>
          </a:p>
          <a:p>
            <a:endParaRPr lang="en-IN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1896</TotalTime>
  <Words>1290</Words>
  <Application>Microsoft Office PowerPoint</Application>
  <PresentationFormat>Widescreen</PresentationFormat>
  <Paragraphs>159</Paragraphs>
  <Slides>26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lastModifiedBy>Suraj Chopade</cp:lastModifiedBy>
  <cp:revision>149</cp:revision>
  <dcterms:created xsi:type="dcterms:W3CDTF">2020-12-23T13:36:00Z</dcterms:created>
  <dcterms:modified xsi:type="dcterms:W3CDTF">2024-07-16T07:38:32Z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